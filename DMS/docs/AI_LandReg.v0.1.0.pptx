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mov" ContentType="video/quicktime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4.svg" ContentType="image/svg+xml"/>
  <Override PartName="/ppt/media/image16.svg" ContentType="image/svg+xml"/>
  <Override PartName="/ppt/media/image1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6" r:id="rId3"/>
    <p:sldMasterId id="2147483670" r:id="rId4"/>
    <p:sldMasterId id="2147483677" r:id="rId5"/>
    <p:sldMasterId id="2147483681" r:id="rId6"/>
  </p:sldMasterIdLst>
  <p:notesMasterIdLst>
    <p:notesMasterId r:id="rId9"/>
  </p:notesMasterIdLst>
  <p:handoutMasterIdLst>
    <p:handoutMasterId r:id="rId21"/>
  </p:handoutMasterIdLst>
  <p:sldIdLst>
    <p:sldId id="343" r:id="rId7"/>
    <p:sldId id="364" r:id="rId8"/>
    <p:sldId id="427" r:id="rId10"/>
    <p:sldId id="428" r:id="rId11"/>
    <p:sldId id="429" r:id="rId12"/>
    <p:sldId id="430" r:id="rId13"/>
    <p:sldId id="431" r:id="rId14"/>
    <p:sldId id="432" r:id="rId15"/>
    <p:sldId id="433" r:id="rId16"/>
    <p:sldId id="434" r:id="rId17"/>
    <p:sldId id="435" r:id="rId18"/>
    <p:sldId id="436" r:id="rId19"/>
    <p:sldId id="279" r:id="rId20"/>
  </p:sldIdLst>
  <p:sldSz cx="9144000" cy="5143500" type="screen16x9"/>
  <p:notesSz cx="6858000" cy="9144000"/>
  <p:custDataLst>
    <p:tags r:id="rId25"/>
  </p:custDataLst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2565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005AAA"/>
    <a:srgbClr val="465A6E"/>
    <a:srgbClr val="F7F7F7"/>
    <a:srgbClr val="FFFFFF"/>
    <a:srgbClr val="373737"/>
    <a:srgbClr val="A4A4A4"/>
    <a:srgbClr val="C5C5C5"/>
    <a:srgbClr val="D7DEE5"/>
    <a:srgbClr val="AEBD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51" autoAdjust="0"/>
    <p:restoredTop sz="85158" autoAdjust="0"/>
  </p:normalViewPr>
  <p:slideViewPr>
    <p:cSldViewPr>
      <p:cViewPr varScale="1">
        <p:scale>
          <a:sx n="116" d="100"/>
          <a:sy n="116" d="100"/>
        </p:scale>
        <p:origin x="64" y="20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>
      <p:cViewPr varScale="1">
        <p:scale>
          <a:sx n="72" d="100"/>
          <a:sy n="72" d="100"/>
        </p:scale>
        <p:origin x="2884" y="76"/>
      </p:cViewPr>
      <p:guideLst/>
    </p:cSldViewPr>
  </p:notesViewPr>
  <p:gridSpacing cx="360000" cy="360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7" Type="http://schemas.openxmlformats.org/officeDocument/2006/relationships/slide" Target="slides/slide1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5" Type="http://schemas.openxmlformats.org/officeDocument/2006/relationships/tags" Target="tags/tag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handoutMaster" Target="handoutMasters/handoutMaster1.xml"/><Relationship Id="rId20" Type="http://schemas.openxmlformats.org/officeDocument/2006/relationships/slide" Target="slides/slide13.xml"/><Relationship Id="rId2" Type="http://schemas.openxmlformats.org/officeDocument/2006/relationships/theme" Target="theme/theme1.xml"/><Relationship Id="rId19" Type="http://schemas.openxmlformats.org/officeDocument/2006/relationships/slide" Target="slides/slide12.xml"/><Relationship Id="rId18" Type="http://schemas.openxmlformats.org/officeDocument/2006/relationships/slide" Target="slides/slide11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12F159-0795-400A-ADEA-AD454C9E6C44}" type="datetimeFigureOut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dirty="0"/>
              <a:t>|   © 2023 Automated Systems Holdings Limited and/or its affiliates. All rights reserved.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2B7DBF-7562-4C0C-8DED-D8962C01DD17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20BD2D-B7C1-40B5-861F-B51231545FDF}" type="datetimeFigureOut">
              <a:rPr lang="en-US" smtClean="0"/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dirty="0"/>
              <a:t>|   © 2023 Automated Systems Holdings Limited and/or its affiliates. All rights reserved.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D26C5F-69E8-4CD7-9160-6E8C775358E2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2565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Namespace 1: normal application without GNET/Internet traffic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Namespace 2: Service Mesh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Namespace 3: GNET outbound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Namespace 4: Internet outbound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|   © 2023 Automated Systems Holdings Limited and/or its affiliates. All rights reserved.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D26C5F-69E8-4CD7-9160-6E8C775358E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Namespace 1: normal application without GNET/Internet traffic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Namespace 2: Service Mesh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Namespace 3: GNET outbound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Namespace 4: Internet outbound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|   © 2023 Automated Systems Holdings Limited and/or its affiliates. All rights reserved.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D26C5F-69E8-4CD7-9160-6E8C775358E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Namespace 1: normal application without GNET/Internet traffic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Namespace 2: Service Mesh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Namespace 3: GNET outbound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Namespace 4: Internet outbound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|   © 2023 Automated Systems Holdings Limited and/or its affiliates. All rights reserved.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D26C5F-69E8-4CD7-9160-6E8C775358E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Namespace 1: normal application without GNET/Internet traffic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Namespace 2: Service Mesh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Namespace 3: GNET outbound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Namespace 4: Internet outbound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|   © 2023 Automated Systems Holdings Limited and/or its affiliates. All rights reserved.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D26C5F-69E8-4CD7-9160-6E8C775358E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Namespace 1: normal application without GNET/Internet traffic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Namespace 2: Service Mesh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Namespace 3: GNET outbound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Namespace 4: Internet outbound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|   © 2023 Automated Systems Holdings Limited and/or its affiliates. All rights reserved.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D26C5F-69E8-4CD7-9160-6E8C775358E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Namespace 1: normal application without GNET/Internet traffic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Namespace 2: Service Mesh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Namespace 3: GNET outbound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Namespace 4: Internet outbound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|   © 2023 Automated Systems Holdings Limited and/or its affiliates. All rights reserved.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D26C5F-69E8-4CD7-9160-6E8C775358E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Namespace 1: normal application without GNET/Internet traffic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Namespace 2: Service Mesh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Namespace 3: GNET outbound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Namespace 4: Internet outbound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|   © 2023 Automated Systems Holdings Limited and/or its affiliates. All rights reserved.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D26C5F-69E8-4CD7-9160-6E8C775358E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Namespace 1: normal application without GNET/Internet traffic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Namespace 2: Service Mesh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Namespace 3: GNET outbound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Namespace 4: Internet outbound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|   © 2023 Automated Systems Holdings Limited and/or its affiliates. All rights reserved.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D26C5F-69E8-4CD7-9160-6E8C775358E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Namespace 1: normal application without GNET/Internet traffic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Namespace 2: Service Mesh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Namespace 3: GNET outbound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Namespace 4: Internet outbound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|   © 2023 Automated Systems Holdings Limited and/or its affiliates. All rights reserved.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D26C5F-69E8-4CD7-9160-6E8C775358E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Namespace 1: normal application without GNET/Internet traffic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Namespace 2: Service Mesh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Namespace 3: GNET outbound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Namespace 4: Internet outbound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|   © 2023 Automated Systems Holdings Limited and/or its affiliates. All rights reserved.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D26C5F-69E8-4CD7-9160-6E8C775358E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Namespace 1: normal application without GNET/Internet traffic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Namespace 2: Service Mesh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Namespace 3: GNET outbound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Namespace 4: Internet outbound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|   © 2023 Automated Systems Holdings Limited and/or its affiliates. All rights reserved.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D26C5F-69E8-4CD7-9160-6E8C775358E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5" Type="http://schemas.openxmlformats.org/officeDocument/2006/relationships/image" Target="../media/image2.png"/><Relationship Id="rId4" Type="http://schemas.openxmlformats.org/officeDocument/2006/relationships/image" Target="../media/image1.jpeg"/><Relationship Id="rId3" Type="http://schemas.microsoft.com/office/2007/relationships/media" Target="../media/media1.mov"/><Relationship Id="rId2" Type="http://schemas.openxmlformats.org/officeDocument/2006/relationships/video" Target="../media/media1.mov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5" Type="http://schemas.openxmlformats.org/officeDocument/2006/relationships/image" Target="../media/image14.svg"/><Relationship Id="rId4" Type="http://schemas.openxmlformats.org/officeDocument/2006/relationships/image" Target="../media/image13.png"/><Relationship Id="rId3" Type="http://schemas.openxmlformats.org/officeDocument/2006/relationships/image" Target="../media/image5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5" Type="http://schemas.openxmlformats.org/officeDocument/2006/relationships/image" Target="../media/image16.svg"/><Relationship Id="rId4" Type="http://schemas.openxmlformats.org/officeDocument/2006/relationships/image" Target="../media/image15.png"/><Relationship Id="rId3" Type="http://schemas.openxmlformats.org/officeDocument/2006/relationships/image" Target="../media/image5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5" Type="http://schemas.openxmlformats.org/officeDocument/2006/relationships/image" Target="../media/image18.svg"/><Relationship Id="rId4" Type="http://schemas.openxmlformats.org/officeDocument/2006/relationships/image" Target="../media/image17.png"/><Relationship Id="rId3" Type="http://schemas.openxmlformats.org/officeDocument/2006/relationships/image" Target="../media/image5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(with anim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SL-animation-blue_720p">
            <a:hlinkClick r:id="" action="ppaction://media"/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" y="-1"/>
            <a:ext cx="9168597" cy="5157000"/>
          </a:xfrm>
          <a:prstGeom prst="rect">
            <a:avLst/>
          </a:prstGeom>
        </p:spPr>
      </p:pic>
      <p:pic>
        <p:nvPicPr>
          <p:cNvPr id="2" name="Image" descr="Image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416672" y="300752"/>
            <a:ext cx="1965493" cy="46409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96000" y="1533738"/>
            <a:ext cx="4176000" cy="2874750"/>
          </a:xfrm>
        </p:spPr>
        <p:txBody>
          <a:bodyPr tIns="0" bIns="0"/>
          <a:lstStyle>
            <a:lvl1pPr>
              <a:spcAft>
                <a:spcPts val="0"/>
              </a:spcAft>
              <a:defRPr sz="2400" b="1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marL="34290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3pPr>
            <a:lvl4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4pPr>
            <a:lvl5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GB" dirty="0"/>
              <a:t>Presentation title</a:t>
            </a:r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r>
              <a:rPr lang="en-GB" dirty="0"/>
              <a:t>Presenter name</a:t>
            </a:r>
            <a:endParaRPr lang="en-GB" dirty="0"/>
          </a:p>
          <a:p>
            <a:pPr lvl="1"/>
            <a:r>
              <a:rPr lang="en-GB" dirty="0"/>
              <a:t>Presenter title 1</a:t>
            </a:r>
            <a:endParaRPr lang="en-GB" dirty="0"/>
          </a:p>
          <a:p>
            <a:pPr lvl="1"/>
            <a:r>
              <a:rPr lang="en-GB" dirty="0"/>
              <a:t>Presenter title 2</a:t>
            </a:r>
            <a:br>
              <a:rPr lang="en-GB" dirty="0"/>
            </a:br>
            <a:endParaRPr lang="en-GB" dirty="0"/>
          </a:p>
          <a:p>
            <a:pPr lvl="3"/>
            <a:r>
              <a:rPr lang="en-US" dirty="0"/>
              <a:t>DD/MMM/YYYY</a:t>
            </a:r>
            <a:endParaRPr lang="en-US" dirty="0"/>
          </a:p>
        </p:txBody>
      </p:sp>
      <p:sp>
        <p:nvSpPr>
          <p:cNvPr id="10" name="TextBox 9"/>
          <p:cNvSpPr txBox="1">
            <a:spLocks noChangeArrowheads="1"/>
          </p:cNvSpPr>
          <p:nvPr userDrawn="1"/>
        </p:nvSpPr>
        <p:spPr bwMode="auto">
          <a:xfrm>
            <a:off x="335977" y="4865451"/>
            <a:ext cx="7058025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dirty="0">
                <a:solidFill>
                  <a:srgbClr val="005AAA"/>
                </a:solidFill>
                <a:latin typeface="+mn-lt"/>
                <a:cs typeface="Arial" panose="020B0604020202020204" pitchFamily="34" charset="0"/>
              </a:rPr>
              <a:t>© 2024 Automated Systems Holdings Limited and/or its affiliates. All rights reserved.</a:t>
            </a:r>
            <a:endParaRPr lang="en-US" altLang="zh-HK" sz="750" dirty="0">
              <a:solidFill>
                <a:srgbClr val="005AAA"/>
              </a:solidFill>
              <a:latin typeface="+mn-lt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602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(without anim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"/>
            <a:ext cx="9144000" cy="5157000"/>
          </a:xfrm>
          <a:prstGeom prst="rect">
            <a:avLst/>
          </a:prstGeom>
        </p:spPr>
      </p:pic>
      <p:pic>
        <p:nvPicPr>
          <p:cNvPr id="2" name="Image" descr="Image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6672" y="300752"/>
            <a:ext cx="1965493" cy="46409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" name="TextBox 5"/>
          <p:cNvSpPr txBox="1">
            <a:spLocks noChangeArrowheads="1"/>
          </p:cNvSpPr>
          <p:nvPr userDrawn="1"/>
        </p:nvSpPr>
        <p:spPr bwMode="auto">
          <a:xfrm>
            <a:off x="335977" y="4865451"/>
            <a:ext cx="7058025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dirty="0">
                <a:solidFill>
                  <a:srgbClr val="005AAA"/>
                </a:solidFill>
                <a:latin typeface="+mn-lt"/>
                <a:cs typeface="Arial" panose="020B0604020202020204" pitchFamily="34" charset="0"/>
              </a:rPr>
              <a:t>© 2024 Automated Systems Holdings Limited and/or its affiliates. All rights reserved.</a:t>
            </a:r>
            <a:endParaRPr lang="en-US" altLang="zh-HK" sz="750" dirty="0">
              <a:solidFill>
                <a:srgbClr val="005AAA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96000" y="1533738"/>
            <a:ext cx="4176000" cy="2874750"/>
          </a:xfrm>
        </p:spPr>
        <p:txBody>
          <a:bodyPr tIns="0" bIns="0"/>
          <a:lstStyle>
            <a:lvl1pPr>
              <a:spcAft>
                <a:spcPts val="0"/>
              </a:spcAft>
              <a:defRPr sz="2400" b="1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marL="34290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3pPr>
            <a:lvl4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4pPr>
            <a:lvl5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GB" dirty="0"/>
              <a:t>Presentation title</a:t>
            </a:r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r>
              <a:rPr lang="en-GB" dirty="0"/>
              <a:t>Presenter name</a:t>
            </a:r>
            <a:endParaRPr lang="en-GB" dirty="0"/>
          </a:p>
          <a:p>
            <a:pPr lvl="1"/>
            <a:r>
              <a:rPr lang="en-GB" dirty="0"/>
              <a:t>Presenter title 1</a:t>
            </a:r>
            <a:endParaRPr lang="en-GB" dirty="0"/>
          </a:p>
          <a:p>
            <a:pPr lvl="1"/>
            <a:r>
              <a:rPr lang="en-GB" dirty="0"/>
              <a:t>Presenter title 2</a:t>
            </a:r>
            <a:br>
              <a:rPr lang="en-GB" dirty="0"/>
            </a:br>
            <a:endParaRPr lang="en-GB" dirty="0"/>
          </a:p>
          <a:p>
            <a:pPr lvl="3"/>
            <a:r>
              <a:rPr lang="en-US" dirty="0"/>
              <a:t>DD/MMM/YYYY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416679" y="1131750"/>
            <a:ext cx="8304213" cy="3600588"/>
          </a:xfrm>
        </p:spPr>
        <p:txBody>
          <a:bodyPr/>
          <a:lstStyle>
            <a:lvl1pPr marL="396240" indent="-396240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  <a:defRPr>
                <a:solidFill>
                  <a:schemeClr val="tx1"/>
                </a:solidFill>
              </a:defRPr>
            </a:lvl1pPr>
            <a:lvl2pPr marL="674370" indent="-269875">
              <a:buFontTx/>
              <a:tabLst>
                <a:tab pos="6281420" algn="r"/>
              </a:tabLst>
              <a:defRPr/>
            </a:lvl2pPr>
          </a:lstStyle>
          <a:p>
            <a:pPr lvl="0"/>
            <a:r>
              <a:rPr lang="en-GB" dirty="0"/>
              <a:t>Content title</a:t>
            </a:r>
            <a:endParaRPr lang="en-GB" dirty="0"/>
          </a:p>
          <a:p>
            <a:pPr lvl="0"/>
            <a:r>
              <a:rPr lang="en-GB" dirty="0"/>
              <a:t>Content title</a:t>
            </a:r>
            <a:endParaRPr lang="en-GB" dirty="0"/>
          </a:p>
        </p:txBody>
      </p:sp>
      <p:sp>
        <p:nvSpPr>
          <p:cNvPr id="2" name="Title Placeholder 18"/>
          <p:cNvSpPr txBox="1"/>
          <p:nvPr userDrawn="1"/>
        </p:nvSpPr>
        <p:spPr>
          <a:xfrm>
            <a:off x="424137" y="309001"/>
            <a:ext cx="8304213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6858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100" b="0" i="0" kern="1200">
                <a:solidFill>
                  <a:schemeClr val="accent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GB" sz="2100" b="1" dirty="0"/>
              <a:t>Agenda</a:t>
            </a:r>
            <a:endParaRPr lang="en-US" sz="2100" b="1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white and grey background&#10;&#10;Description automatically generated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3" y="0"/>
            <a:ext cx="9164886" cy="5157000"/>
          </a:xfrm>
          <a:prstGeom prst="rect">
            <a:avLst/>
          </a:prstGeom>
        </p:spPr>
      </p:pic>
      <p:sp>
        <p:nvSpPr>
          <p:cNvPr id="10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396002" y="1533600"/>
            <a:ext cx="4175999" cy="31981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</a:defRPr>
            </a:lvl1pPr>
            <a:lvl2pPr marL="6985" indent="16510">
              <a:lnSpc>
                <a:spcPct val="100000"/>
              </a:lnSpc>
              <a:buNone/>
              <a:defRPr sz="2100">
                <a:solidFill>
                  <a:schemeClr val="tx1"/>
                </a:solidFill>
              </a:defRPr>
            </a:lvl2pPr>
            <a:lvl3pPr marL="517525" indent="-483870">
              <a:lnSpc>
                <a:spcPct val="150000"/>
              </a:lnSpc>
              <a:buNone/>
              <a:defRPr sz="900">
                <a:solidFill>
                  <a:schemeClr val="tx1"/>
                </a:solidFill>
                <a:latin typeface="+mj-lt"/>
              </a:defRPr>
            </a:lvl3pPr>
            <a:lvl4pPr marL="323850" indent="0">
              <a:buNone/>
              <a:defRPr/>
            </a:lvl4pPr>
            <a:lvl5pPr marL="32385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defRPr/>
            </a:pPr>
            <a:r>
              <a:rPr lang="en-US" dirty="0"/>
              <a:t>Divider title</a:t>
            </a:r>
            <a:endParaRPr lang="en-US" dirty="0"/>
          </a:p>
          <a:p>
            <a:pPr marL="24130" marR="0" lvl="1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Mulish ExtraBold" pitchFamily="2" charset="0"/>
              <a:buNone/>
              <a:defRPr/>
            </a:pPr>
            <a:r>
              <a:rPr lang="en-US" dirty="0"/>
              <a:t>Divider subtitle</a:t>
            </a:r>
            <a:endParaRPr lang="en-US" dirty="0"/>
          </a:p>
          <a:p>
            <a:endParaRPr lang="en-US" dirty="0"/>
          </a:p>
        </p:txBody>
      </p:sp>
      <p:pic>
        <p:nvPicPr>
          <p:cNvPr id="2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" name="TextBox 3"/>
          <p:cNvSpPr txBox="1"/>
          <p:nvPr userDrawn="1"/>
        </p:nvSpPr>
        <p:spPr>
          <a:xfrm>
            <a:off x="2763551" y="-887504"/>
            <a:ext cx="38537" cy="269304"/>
          </a:xfrm>
          <a:prstGeom prst="rect">
            <a:avLst/>
          </a:prstGeom>
          <a:ln w="12700">
            <a:miter lim="400000"/>
          </a:ln>
        </p:spPr>
        <p:txBody>
          <a:bodyPr wrap="none" lIns="19050" tIns="19050" rIns="19050" bIns="19050" rtlCol="0">
            <a:spAutoFit/>
          </a:bodyPr>
          <a:lstStyle/>
          <a:p>
            <a:pPr algn="l">
              <a:spcBef>
                <a:spcPts val="825"/>
              </a:spcBef>
            </a:pPr>
            <a:endParaRPr kumimoji="1" lang="zh-TW" altLang="en-US" sz="1500" dirty="0">
              <a:solidFill>
                <a:srgbClr val="465A6E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(Single column, Multi-purpos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20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  <a:endParaRPr lang="en-GB" dirty="0"/>
          </a:p>
        </p:txBody>
      </p:sp>
      <p:sp>
        <p:nvSpPr>
          <p:cNvPr id="5" name="Content Placeholder 3"/>
          <p:cNvSpPr>
            <a:spLocks noGrp="1"/>
          </p:cNvSpPr>
          <p:nvPr>
            <p:ph sz="quarter" idx="16" hasCustomPrompt="1"/>
          </p:nvPr>
        </p:nvSpPr>
        <p:spPr>
          <a:xfrm>
            <a:off x="396001" y="1278000"/>
            <a:ext cx="8320741" cy="2862858"/>
          </a:xfrm>
        </p:spPr>
        <p:txBody>
          <a:bodyPr/>
          <a:lstStyle>
            <a:lvl4pPr marL="403860" indent="-201295">
              <a:defRPr/>
            </a:lvl4pPr>
          </a:lstStyle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3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(Single text colum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396001" y="1278001"/>
            <a:ext cx="8316811" cy="3184837"/>
          </a:xfrm>
        </p:spPr>
        <p:txBody>
          <a:bodyPr/>
          <a:lstStyle/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 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GB" dirty="0"/>
          </a:p>
        </p:txBody>
      </p:sp>
      <p:pic>
        <p:nvPicPr>
          <p:cNvPr id="14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8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20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  <a:endParaRPr lang="en-GB" dirty="0"/>
          </a:p>
        </p:txBody>
      </p:sp>
      <p:sp>
        <p:nvSpPr>
          <p:cNvPr id="10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595" y="0"/>
            <a:ext cx="9168597" cy="5157000"/>
          </a:xfrm>
          <a:prstGeom prst="rect">
            <a:avLst/>
          </a:prstGeom>
        </p:spPr>
      </p:pic>
      <p:pic>
        <p:nvPicPr>
          <p:cNvPr id="2" name="Image" descr="Image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6672" y="300752"/>
            <a:ext cx="1965493" cy="46409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396001" y="1533600"/>
            <a:ext cx="4176000" cy="31987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</a:defRPr>
            </a:lvl1pPr>
            <a:lvl2pPr marL="6985" indent="0">
              <a:lnSpc>
                <a:spcPct val="150000"/>
              </a:lnSpc>
              <a:buNone/>
              <a:defRPr>
                <a:solidFill>
                  <a:schemeClr val="tx1"/>
                </a:solidFill>
              </a:defRPr>
            </a:lvl2pPr>
            <a:lvl3pPr marL="6985" indent="0">
              <a:lnSpc>
                <a:spcPct val="150000"/>
              </a:lnSpc>
              <a:buNone/>
              <a:defRPr sz="900">
                <a:solidFill>
                  <a:schemeClr val="accent1"/>
                </a:solidFill>
                <a:latin typeface="+mj-lt"/>
              </a:defRPr>
            </a:lvl3pPr>
            <a:lvl4pPr marL="323850" indent="0">
              <a:buNone/>
              <a:defRPr/>
            </a:lvl4pPr>
            <a:lvl5pPr marL="32385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defRPr/>
            </a:pPr>
            <a:r>
              <a:rPr lang="en-US" dirty="0"/>
              <a:t>Thank you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(Text only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396000" y="1278001"/>
            <a:ext cx="3755260" cy="3494025"/>
          </a:xfrm>
          <a:prstGeom prst="rect">
            <a:avLst/>
          </a:prstGeom>
        </p:spPr>
        <p:txBody>
          <a:bodyPr/>
          <a:lstStyle>
            <a:lvl3pPr marL="202565" indent="-202565">
              <a:defRPr/>
            </a:lvl3pPr>
          </a:lstStyle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4989260" y="1278001"/>
            <a:ext cx="3731633" cy="34940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</p:txBody>
      </p:sp>
      <p:pic>
        <p:nvPicPr>
          <p:cNvPr id="15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8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20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  <a:endParaRPr lang="en-GB" dirty="0"/>
          </a:p>
        </p:txBody>
      </p:sp>
      <p:sp>
        <p:nvSpPr>
          <p:cNvPr id="10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5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9144000" cy="5157000"/>
          </a:xfrm>
          <a:prstGeom prst="rect">
            <a:avLst/>
          </a:prstGeom>
          <a:solidFill>
            <a:schemeClr val="tx1"/>
          </a:solidFill>
        </p:spPr>
        <p:txBody>
          <a:bodyPr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400152" y="1249199"/>
            <a:ext cx="4171848" cy="35228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 marL="202565" indent="-202565">
              <a:buClr>
                <a:schemeClr val="bg2"/>
              </a:buClr>
              <a:buFontTx/>
              <a:defRPr>
                <a:solidFill>
                  <a:schemeClr val="bg2"/>
                </a:solidFill>
              </a:defRPr>
            </a:lvl3pPr>
            <a:lvl4pPr marL="404495" indent="-202565">
              <a:buClr>
                <a:schemeClr val="bg2"/>
              </a:buClr>
              <a:defRPr>
                <a:solidFill>
                  <a:schemeClr val="bg2"/>
                </a:solidFill>
              </a:defRPr>
            </a:lvl4pPr>
            <a:lvl5pPr marL="607060" indent="-202565">
              <a:buClr>
                <a:schemeClr val="bg1"/>
              </a:buCl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GB" dirty="0"/>
          </a:p>
        </p:txBody>
      </p:sp>
      <p:pic>
        <p:nvPicPr>
          <p:cNvPr id="12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10433" y="4852991"/>
            <a:ext cx="809678" cy="191184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" name="TextBox 3"/>
          <p:cNvSpPr txBox="1"/>
          <p:nvPr userDrawn="1"/>
        </p:nvSpPr>
        <p:spPr>
          <a:xfrm>
            <a:off x="3852000" y="-668250"/>
            <a:ext cx="2520000" cy="718145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rtlCol="0">
            <a:spAutoFit/>
          </a:bodyPr>
          <a:lstStyle/>
          <a:p>
            <a:pPr algn="l">
              <a:spcBef>
                <a:spcPts val="2200"/>
              </a:spcBef>
            </a:pPr>
            <a:endParaRPr lang="en-US" sz="4000" dirty="0">
              <a:solidFill>
                <a:srgbClr val="465A6E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6000" y="648000"/>
            <a:ext cx="8324110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bg2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  <a:endParaRPr lang="en-GB" dirty="0"/>
          </a:p>
        </p:txBody>
      </p:sp>
      <p:sp>
        <p:nvSpPr>
          <p:cNvPr id="7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110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5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9144000" cy="5157000"/>
          </a:xfrm>
          <a:prstGeom prst="rect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400152" y="1249199"/>
            <a:ext cx="4171848" cy="35228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buClr>
                <a:schemeClr val="accent1"/>
              </a:buCl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GB" dirty="0"/>
          </a:p>
        </p:txBody>
      </p:sp>
      <p:pic>
        <p:nvPicPr>
          <p:cNvPr id="5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8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20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  <a:endParaRPr lang="en-GB" dirty="0"/>
          </a:p>
        </p:txBody>
      </p:sp>
      <p:sp>
        <p:nvSpPr>
          <p:cNvPr id="10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with tex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 noChangeAspect="1"/>
          </p:cNvSpPr>
          <p:nvPr>
            <p:ph type="pic" sz="quarter" idx="14"/>
          </p:nvPr>
        </p:nvSpPr>
        <p:spPr>
          <a:xfrm>
            <a:off x="5815617" y="0"/>
            <a:ext cx="3337120" cy="5157000"/>
          </a:xfrm>
          <a:prstGeom prst="rect">
            <a:avLst/>
          </a:prstGeom>
          <a:solidFill>
            <a:schemeClr val="tx1"/>
          </a:solidFill>
        </p:spPr>
        <p:txBody>
          <a:bodyPr lIns="72000" tIns="7200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400153" y="1249201"/>
            <a:ext cx="4590947" cy="31592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GB" dirty="0"/>
          </a:p>
        </p:txBody>
      </p:sp>
      <p:pic>
        <p:nvPicPr>
          <p:cNvPr id="14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10433" y="4852991"/>
            <a:ext cx="809678" cy="191184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6000" y="648000"/>
            <a:ext cx="4595100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  <a:endParaRPr lang="en-GB" dirty="0"/>
          </a:p>
        </p:txBody>
      </p:sp>
      <p:sp>
        <p:nvSpPr>
          <p:cNvPr id="4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1" y="309001"/>
            <a:ext cx="4587805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with tex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3328384" cy="5157000"/>
          </a:xfrm>
          <a:prstGeom prst="rect">
            <a:avLst/>
          </a:prstGeom>
          <a:solidFill>
            <a:schemeClr val="tx1"/>
          </a:solidFill>
        </p:spPr>
        <p:txBody>
          <a:bodyPr lIns="72000" tIns="7200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4139406" y="1249201"/>
            <a:ext cx="4581487" cy="31592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GB" dirty="0"/>
          </a:p>
        </p:txBody>
      </p:sp>
      <p:pic>
        <p:nvPicPr>
          <p:cNvPr id="13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140001" y="648000"/>
            <a:ext cx="4576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  <a:endParaRPr lang="en-GB" dirty="0"/>
          </a:p>
        </p:txBody>
      </p:sp>
      <p:sp>
        <p:nvSpPr>
          <p:cNvPr id="7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4140001" y="309001"/>
            <a:ext cx="4580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396000" y="3114000"/>
            <a:ext cx="8316812" cy="165815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400150" y="1102576"/>
            <a:ext cx="4171850" cy="1838228"/>
          </a:xfrm>
          <a:prstGeom prst="rect">
            <a:avLst/>
          </a:prstGeom>
          <a:solidFill>
            <a:schemeClr val="tx1"/>
          </a:solidFill>
        </p:spPr>
        <p:txBody>
          <a:bodyPr lIns="72000" tIns="7200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4572297" y="1102576"/>
            <a:ext cx="4144666" cy="1838228"/>
          </a:xfrm>
          <a:prstGeom prst="rect">
            <a:avLst/>
          </a:prstGeom>
          <a:solidFill>
            <a:schemeClr val="tx1"/>
          </a:solidFill>
        </p:spPr>
        <p:txBody>
          <a:bodyPr lIns="72000" tIns="7200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pic>
        <p:nvPicPr>
          <p:cNvPr id="13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20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  <a:endParaRPr lang="en-GB" dirty="0"/>
          </a:p>
        </p:txBody>
      </p:sp>
      <p:sp>
        <p:nvSpPr>
          <p:cNvPr id="12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  (text + ima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412809" y="2810760"/>
            <a:ext cx="1958788" cy="196698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900">
                <a:solidFill>
                  <a:schemeClr val="accent1"/>
                </a:solidFill>
              </a:defRPr>
            </a:lvl1pPr>
            <a:lvl2pPr>
              <a:defRPr sz="900"/>
            </a:lvl2pPr>
            <a:lvl3pPr marL="135255" indent="-135255" defTabSz="675005">
              <a:spcAft>
                <a:spcPts val="675"/>
              </a:spcAft>
              <a:buFontTx/>
              <a:defRPr sz="900"/>
            </a:lvl3pPr>
            <a:lvl4pPr marL="269875" indent="-135255">
              <a:defRPr sz="900"/>
            </a:lvl4pPr>
            <a:lvl5pPr marL="202565" indent="-101600">
              <a:buSzPct val="100000"/>
              <a:buFont typeface="Arial" panose="020B0604020202020204" pitchFamily="34" charset="0"/>
              <a:buChar char="•"/>
              <a:defRPr sz="900"/>
            </a:lvl5pPr>
          </a:lstStyle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</p:txBody>
      </p:sp>
      <p:sp>
        <p:nvSpPr>
          <p:cNvPr id="18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416590" y="1102576"/>
            <a:ext cx="1955006" cy="1469174"/>
          </a:xfrm>
          <a:prstGeom prst="rect">
            <a:avLst/>
          </a:prstGeom>
          <a:solidFill>
            <a:schemeClr val="tx1"/>
          </a:solidFill>
        </p:spPr>
        <p:txBody>
          <a:bodyPr lIns="72000" tIns="7200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9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2536034" y="1102576"/>
            <a:ext cx="1955006" cy="1469174"/>
          </a:xfrm>
          <a:prstGeom prst="rect">
            <a:avLst/>
          </a:prstGeom>
          <a:solidFill>
            <a:schemeClr val="tx1"/>
          </a:solidFill>
        </p:spPr>
        <p:txBody>
          <a:bodyPr lIns="72000" tIns="7200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4646849" y="1102576"/>
            <a:ext cx="1955006" cy="1469174"/>
          </a:xfrm>
          <a:prstGeom prst="rect">
            <a:avLst/>
          </a:prstGeom>
          <a:solidFill>
            <a:schemeClr val="tx1"/>
          </a:solidFill>
        </p:spPr>
        <p:txBody>
          <a:bodyPr lIns="72000" tIns="7200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3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6765347" y="1102576"/>
            <a:ext cx="1955006" cy="1469174"/>
          </a:xfrm>
          <a:prstGeom prst="rect">
            <a:avLst/>
          </a:prstGeom>
          <a:solidFill>
            <a:schemeClr val="tx1"/>
          </a:solidFill>
        </p:spPr>
        <p:txBody>
          <a:bodyPr lIns="72000" tIns="7200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cxnSp>
        <p:nvCxnSpPr>
          <p:cNvPr id="34" name="Straight Connector 33"/>
          <p:cNvCxnSpPr/>
          <p:nvPr userDrawn="1"/>
        </p:nvCxnSpPr>
        <p:spPr>
          <a:xfrm>
            <a:off x="2452640" y="1100138"/>
            <a:ext cx="0" cy="367760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 userDrawn="1"/>
        </p:nvCxnSpPr>
        <p:spPr>
          <a:xfrm>
            <a:off x="4569813" y="1100138"/>
            <a:ext cx="0" cy="367760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 userDrawn="1"/>
        </p:nvCxnSpPr>
        <p:spPr>
          <a:xfrm>
            <a:off x="6686756" y="1100138"/>
            <a:ext cx="0" cy="367760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8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9" name="Text Placeholder 8"/>
          <p:cNvSpPr>
            <a:spLocks noGrp="1"/>
          </p:cNvSpPr>
          <p:nvPr>
            <p:ph type="body" sz="quarter" idx="26" hasCustomPrompt="1"/>
          </p:nvPr>
        </p:nvSpPr>
        <p:spPr>
          <a:xfrm>
            <a:off x="2537888" y="2810760"/>
            <a:ext cx="1958788" cy="196698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900">
                <a:solidFill>
                  <a:schemeClr val="accent1"/>
                </a:solidFill>
              </a:defRPr>
            </a:lvl1pPr>
            <a:lvl2pPr>
              <a:defRPr sz="900"/>
            </a:lvl2pPr>
            <a:lvl3pPr marL="135255" indent="-135255" defTabSz="675005">
              <a:spcAft>
                <a:spcPts val="675"/>
              </a:spcAft>
              <a:buFontTx/>
              <a:defRPr sz="900"/>
            </a:lvl3pPr>
            <a:lvl4pPr marL="269875" indent="-135255">
              <a:defRPr sz="900"/>
            </a:lvl4pPr>
            <a:lvl5pPr marL="202565" indent="-101600">
              <a:buSzPct val="100000"/>
              <a:buFont typeface="Arial" panose="020B0604020202020204" pitchFamily="34" charset="0"/>
              <a:buChar char="•"/>
              <a:defRPr sz="900"/>
            </a:lvl5pPr>
          </a:lstStyle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</p:txBody>
      </p:sp>
      <p:sp>
        <p:nvSpPr>
          <p:cNvPr id="50" name="Text Placeholder 8"/>
          <p:cNvSpPr>
            <a:spLocks noGrp="1"/>
          </p:cNvSpPr>
          <p:nvPr>
            <p:ph type="body" sz="quarter" idx="27" hasCustomPrompt="1"/>
          </p:nvPr>
        </p:nvSpPr>
        <p:spPr>
          <a:xfrm>
            <a:off x="4644892" y="2810760"/>
            <a:ext cx="1958788" cy="196698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900">
                <a:solidFill>
                  <a:schemeClr val="accent1"/>
                </a:solidFill>
              </a:defRPr>
            </a:lvl1pPr>
            <a:lvl2pPr>
              <a:defRPr sz="900"/>
            </a:lvl2pPr>
            <a:lvl3pPr marL="135255" indent="-135255" defTabSz="675005">
              <a:spcAft>
                <a:spcPts val="675"/>
              </a:spcAft>
              <a:buFontTx/>
              <a:defRPr sz="900"/>
            </a:lvl3pPr>
            <a:lvl4pPr marL="269875" indent="-135255">
              <a:defRPr sz="900"/>
            </a:lvl4pPr>
            <a:lvl5pPr marL="202565" indent="-101600">
              <a:buSzPct val="100000"/>
              <a:buFont typeface="Arial" panose="020B0604020202020204" pitchFamily="34" charset="0"/>
              <a:buChar char="•"/>
              <a:defRPr sz="900"/>
            </a:lvl5pPr>
          </a:lstStyle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</p:txBody>
      </p:sp>
      <p:sp>
        <p:nvSpPr>
          <p:cNvPr id="51" name="Text Placeholder 8"/>
          <p:cNvSpPr>
            <a:spLocks noGrp="1"/>
          </p:cNvSpPr>
          <p:nvPr>
            <p:ph type="body" sz="quarter" idx="28" hasCustomPrompt="1"/>
          </p:nvPr>
        </p:nvSpPr>
        <p:spPr>
          <a:xfrm>
            <a:off x="6758335" y="2810760"/>
            <a:ext cx="1958788" cy="196698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900">
                <a:solidFill>
                  <a:schemeClr val="accent1"/>
                </a:solidFill>
              </a:defRPr>
            </a:lvl1pPr>
            <a:lvl2pPr>
              <a:defRPr sz="900"/>
            </a:lvl2pPr>
            <a:lvl3pPr marL="135255" indent="-135255" defTabSz="675005">
              <a:spcAft>
                <a:spcPts val="675"/>
              </a:spcAft>
              <a:buFontTx/>
              <a:defRPr sz="900"/>
            </a:lvl3pPr>
            <a:lvl4pPr marL="269875" indent="-135255">
              <a:defRPr sz="900"/>
            </a:lvl4pPr>
            <a:lvl5pPr marL="202565" indent="-101600">
              <a:buSzPct val="100000"/>
              <a:buFont typeface="Arial" panose="020B0604020202020204" pitchFamily="34" charset="0"/>
              <a:buChar char="•"/>
              <a:defRPr sz="900"/>
            </a:lvl5pPr>
          </a:lstStyle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</p:txBody>
      </p:sp>
      <p:sp>
        <p:nvSpPr>
          <p:cNvPr id="6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20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  <a:endParaRPr lang="en-GB" dirty="0"/>
          </a:p>
        </p:txBody>
      </p:sp>
      <p:sp>
        <p:nvSpPr>
          <p:cNvPr id="7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 (text + ic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6"/>
          <p:cNvSpPr>
            <a:spLocks noGrp="1"/>
          </p:cNvSpPr>
          <p:nvPr>
            <p:ph type="pic" sz="quarter" idx="14" hasCustomPrompt="1"/>
          </p:nvPr>
        </p:nvSpPr>
        <p:spPr>
          <a:xfrm>
            <a:off x="416590" y="1825374"/>
            <a:ext cx="2430158" cy="14850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  <a:endParaRPr lang="en-US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24" hasCustomPrompt="1"/>
          </p:nvPr>
        </p:nvSpPr>
        <p:spPr>
          <a:xfrm>
            <a:off x="396000" y="1062001"/>
            <a:ext cx="8314264" cy="59979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 marL="8890" indent="0">
              <a:tabLst>
                <a:tab pos="6281420" algn="r"/>
              </a:tabLst>
              <a:defRPr/>
            </a:lvl2pPr>
          </a:lstStyle>
          <a:p>
            <a:pPr lvl="0"/>
            <a:r>
              <a:rPr lang="en-GB" dirty="0"/>
              <a:t>First level</a:t>
            </a:r>
            <a:endParaRPr lang="en-GB" dirty="0"/>
          </a:p>
        </p:txBody>
      </p:sp>
      <p:sp>
        <p:nvSpPr>
          <p:cNvPr id="13" name="TextBox 12"/>
          <p:cNvSpPr txBox="1"/>
          <p:nvPr userDrawn="1"/>
        </p:nvSpPr>
        <p:spPr>
          <a:xfrm>
            <a:off x="5098714" y="1425744"/>
            <a:ext cx="38537" cy="269304"/>
          </a:xfrm>
          <a:prstGeom prst="rect">
            <a:avLst/>
          </a:prstGeom>
          <a:ln w="12700">
            <a:miter lim="400000"/>
          </a:ln>
        </p:spPr>
        <p:txBody>
          <a:bodyPr wrap="none" lIns="19050" tIns="19050" rIns="19050" bIns="19050" rtlCol="0">
            <a:spAutoFit/>
          </a:bodyPr>
          <a:lstStyle/>
          <a:p>
            <a:pPr algn="l">
              <a:spcBef>
                <a:spcPts val="825"/>
              </a:spcBef>
            </a:pPr>
            <a:endParaRPr lang="en-US" sz="1500" dirty="0">
              <a:solidFill>
                <a:srgbClr val="465A6E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21" name="Picture Placeholder 6"/>
          <p:cNvSpPr>
            <a:spLocks noGrp="1"/>
          </p:cNvSpPr>
          <p:nvPr>
            <p:ph type="pic" sz="quarter" idx="28" hasCustomPrompt="1"/>
          </p:nvPr>
        </p:nvSpPr>
        <p:spPr>
          <a:xfrm>
            <a:off x="6284257" y="1825374"/>
            <a:ext cx="2430158" cy="14850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  <a:endParaRPr lang="en-US" dirty="0"/>
          </a:p>
        </p:txBody>
      </p:sp>
      <p:sp>
        <p:nvSpPr>
          <p:cNvPr id="25" name="Picture Placeholder 6"/>
          <p:cNvSpPr>
            <a:spLocks noGrp="1"/>
          </p:cNvSpPr>
          <p:nvPr>
            <p:ph type="pic" sz="quarter" idx="30" hasCustomPrompt="1"/>
          </p:nvPr>
        </p:nvSpPr>
        <p:spPr>
          <a:xfrm>
            <a:off x="3356922" y="1825374"/>
            <a:ext cx="2430158" cy="14850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  <a:endParaRPr lang="en-US" dirty="0"/>
          </a:p>
        </p:txBody>
      </p:sp>
      <p:pic>
        <p:nvPicPr>
          <p:cNvPr id="27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8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412808" y="3544814"/>
            <a:ext cx="2446935" cy="122780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900">
                <a:solidFill>
                  <a:schemeClr val="accent1"/>
                </a:solidFill>
              </a:defRPr>
            </a:lvl1pPr>
            <a:lvl2pPr>
              <a:defRPr sz="900"/>
            </a:lvl2pPr>
            <a:lvl3pPr marL="135255" indent="-135255" defTabSz="675005">
              <a:spcAft>
                <a:spcPts val="675"/>
              </a:spcAft>
              <a:buFontTx/>
              <a:defRPr sz="900"/>
            </a:lvl3pPr>
            <a:lvl4pPr marL="269875" indent="-135255">
              <a:defRPr sz="900"/>
            </a:lvl4pPr>
            <a:lvl5pPr marL="202565" indent="-101600">
              <a:buSzPct val="100000"/>
              <a:buFont typeface="Arial" panose="020B0604020202020204" pitchFamily="34" charset="0"/>
              <a:buChar char="•"/>
              <a:defRPr sz="900"/>
            </a:lvl5pPr>
          </a:lstStyle>
          <a:p>
            <a:pPr lvl="0"/>
            <a:r>
              <a:rPr lang="en-GB" dirty="0"/>
              <a:t>Second level</a:t>
            </a:r>
            <a:endParaRPr lang="en-GB" dirty="0"/>
          </a:p>
          <a:p>
            <a:pPr lvl="1"/>
            <a:r>
              <a:rPr lang="en-GB" dirty="0"/>
              <a:t>Third level</a:t>
            </a:r>
            <a:endParaRPr lang="en-GB" dirty="0"/>
          </a:p>
          <a:p>
            <a:pPr lvl="2"/>
            <a:r>
              <a:rPr lang="en-GB" dirty="0"/>
              <a:t>Fourth level</a:t>
            </a:r>
            <a:endParaRPr lang="en-GB" dirty="0"/>
          </a:p>
          <a:p>
            <a:pPr lvl="3"/>
            <a:r>
              <a:rPr lang="en-GB" dirty="0"/>
              <a:t>Fifth level</a:t>
            </a:r>
            <a:endParaRPr lang="en-GB" dirty="0"/>
          </a:p>
        </p:txBody>
      </p:sp>
      <p:sp>
        <p:nvSpPr>
          <p:cNvPr id="29" name="Text Placeholder 8"/>
          <p:cNvSpPr>
            <a:spLocks noGrp="1"/>
          </p:cNvSpPr>
          <p:nvPr>
            <p:ph type="body" sz="quarter" idx="31" hasCustomPrompt="1"/>
          </p:nvPr>
        </p:nvSpPr>
        <p:spPr>
          <a:xfrm>
            <a:off x="3348704" y="3544814"/>
            <a:ext cx="2446935" cy="122780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900">
                <a:solidFill>
                  <a:schemeClr val="accent1"/>
                </a:solidFill>
              </a:defRPr>
            </a:lvl1pPr>
            <a:lvl2pPr>
              <a:defRPr sz="900"/>
            </a:lvl2pPr>
            <a:lvl3pPr marL="135255" indent="-135255" defTabSz="675005">
              <a:spcAft>
                <a:spcPts val="675"/>
              </a:spcAft>
              <a:buFontTx/>
              <a:defRPr sz="900"/>
            </a:lvl3pPr>
            <a:lvl4pPr marL="269875" indent="-135255">
              <a:defRPr sz="900"/>
            </a:lvl4pPr>
            <a:lvl5pPr marL="202565" indent="-101600">
              <a:buSzPct val="100000"/>
              <a:buFont typeface="Arial" panose="020B0604020202020204" pitchFamily="34" charset="0"/>
              <a:buChar char="•"/>
              <a:defRPr sz="900"/>
            </a:lvl5pPr>
          </a:lstStyle>
          <a:p>
            <a:pPr lvl="0"/>
            <a:r>
              <a:rPr lang="en-GB" dirty="0"/>
              <a:t>Second level</a:t>
            </a:r>
            <a:endParaRPr lang="en-GB" dirty="0"/>
          </a:p>
          <a:p>
            <a:pPr lvl="1"/>
            <a:r>
              <a:rPr lang="en-GB" dirty="0"/>
              <a:t>Third level</a:t>
            </a:r>
            <a:endParaRPr lang="en-GB" dirty="0"/>
          </a:p>
          <a:p>
            <a:pPr lvl="2"/>
            <a:r>
              <a:rPr lang="en-GB" dirty="0"/>
              <a:t>Fourth level</a:t>
            </a:r>
            <a:endParaRPr lang="en-GB" dirty="0"/>
          </a:p>
          <a:p>
            <a:pPr lvl="3"/>
            <a:r>
              <a:rPr lang="en-GB" dirty="0"/>
              <a:t>Fifth level</a:t>
            </a:r>
            <a:endParaRPr lang="en-GB" dirty="0"/>
          </a:p>
        </p:txBody>
      </p:sp>
      <p:sp>
        <p:nvSpPr>
          <p:cNvPr id="30" name="Text Placeholder 8"/>
          <p:cNvSpPr>
            <a:spLocks noGrp="1"/>
          </p:cNvSpPr>
          <p:nvPr>
            <p:ph type="body" sz="quarter" idx="32" hasCustomPrompt="1"/>
          </p:nvPr>
        </p:nvSpPr>
        <p:spPr>
          <a:xfrm>
            <a:off x="6272569" y="3544814"/>
            <a:ext cx="2446935" cy="122780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900">
                <a:solidFill>
                  <a:schemeClr val="accent1"/>
                </a:solidFill>
              </a:defRPr>
            </a:lvl1pPr>
            <a:lvl2pPr>
              <a:defRPr sz="900"/>
            </a:lvl2pPr>
            <a:lvl3pPr marL="135255" indent="-135255" defTabSz="675005">
              <a:spcAft>
                <a:spcPts val="675"/>
              </a:spcAft>
              <a:buFontTx/>
              <a:defRPr sz="900"/>
            </a:lvl3pPr>
            <a:lvl4pPr marL="269875" indent="-135255">
              <a:defRPr sz="900"/>
            </a:lvl4pPr>
            <a:lvl5pPr marL="202565" indent="-101600">
              <a:buSzPct val="100000"/>
              <a:buFont typeface="Arial" panose="020B0604020202020204" pitchFamily="34" charset="0"/>
              <a:buChar char="•"/>
              <a:defRPr sz="900"/>
            </a:lvl5pPr>
          </a:lstStyle>
          <a:p>
            <a:pPr lvl="0"/>
            <a:r>
              <a:rPr lang="en-GB" dirty="0"/>
              <a:t>Second level</a:t>
            </a:r>
            <a:endParaRPr lang="en-GB" dirty="0"/>
          </a:p>
          <a:p>
            <a:pPr lvl="1"/>
            <a:r>
              <a:rPr lang="en-GB" dirty="0"/>
              <a:t>Third level</a:t>
            </a:r>
            <a:endParaRPr lang="en-GB" dirty="0"/>
          </a:p>
          <a:p>
            <a:pPr lvl="2"/>
            <a:r>
              <a:rPr lang="en-GB" dirty="0"/>
              <a:t>Fourth level</a:t>
            </a:r>
            <a:endParaRPr lang="en-GB" dirty="0"/>
          </a:p>
          <a:p>
            <a:pPr lvl="3"/>
            <a:r>
              <a:rPr lang="en-GB" dirty="0"/>
              <a:t>Fifth level</a:t>
            </a:r>
            <a:endParaRPr lang="en-GB" dirty="0"/>
          </a:p>
        </p:txBody>
      </p:sp>
      <p:sp>
        <p:nvSpPr>
          <p:cNvPr id="6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20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  <a:endParaRPr lang="en-GB" dirty="0"/>
          </a:p>
        </p:txBody>
      </p:sp>
      <p:sp>
        <p:nvSpPr>
          <p:cNvPr id="7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boxes (Data + ic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562837" y="3548200"/>
            <a:ext cx="1661259" cy="113452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FontTx/>
              <a:buNone/>
              <a:defRPr sz="900">
                <a:solidFill>
                  <a:schemeClr val="accent1"/>
                </a:solidFill>
              </a:defRPr>
            </a:lvl1pPr>
            <a:lvl2pPr>
              <a:buFontTx/>
              <a:buNone/>
              <a:defRPr sz="900"/>
            </a:lvl2pPr>
            <a:lvl3pPr marL="4445" indent="0" defTabSz="675005">
              <a:spcAft>
                <a:spcPts val="675"/>
              </a:spcAft>
              <a:buFontTx/>
              <a:buNone/>
              <a:defRPr sz="900"/>
            </a:lvl3pPr>
            <a:lvl4pPr marL="19685" indent="0">
              <a:buClr>
                <a:schemeClr val="tx1"/>
              </a:buClr>
              <a:buFontTx/>
              <a:buNone/>
              <a:defRPr sz="900"/>
            </a:lvl4pPr>
            <a:lvl5pPr marL="19685" indent="0">
              <a:buClr>
                <a:schemeClr val="tx1"/>
              </a:buClr>
              <a:buSzPct val="100000"/>
              <a:buFontTx/>
              <a:buNone/>
              <a:defRPr sz="900"/>
            </a:lvl5pPr>
          </a:lstStyle>
          <a:p>
            <a:pPr lvl="0"/>
            <a:r>
              <a:rPr lang="en-GB" dirty="0"/>
              <a:t>Second level</a:t>
            </a:r>
            <a:endParaRPr lang="en-GB" dirty="0"/>
          </a:p>
          <a:p>
            <a:pPr lvl="1"/>
            <a:r>
              <a:rPr lang="en-GB" dirty="0"/>
              <a:t>Third level</a:t>
            </a:r>
            <a:endParaRPr lang="en-GB" dirty="0"/>
          </a:p>
        </p:txBody>
      </p:sp>
      <p:sp>
        <p:nvSpPr>
          <p:cNvPr id="18" name="Picture Placeholder 6"/>
          <p:cNvSpPr>
            <a:spLocks noGrp="1"/>
          </p:cNvSpPr>
          <p:nvPr>
            <p:ph type="pic" sz="quarter" idx="14" hasCustomPrompt="1"/>
          </p:nvPr>
        </p:nvSpPr>
        <p:spPr>
          <a:xfrm>
            <a:off x="481283" y="2391057"/>
            <a:ext cx="1824368" cy="1070281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  <a:endParaRPr 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415964" y="1825375"/>
            <a:ext cx="1955006" cy="2951303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/>
            <a:endParaRPr kumimoji="1" lang="en-US" sz="505" dirty="0">
              <a:noFill/>
            </a:endParaRPr>
          </a:p>
        </p:txBody>
      </p:sp>
      <p:sp>
        <p:nvSpPr>
          <p:cNvPr id="20" name="Text Placeholder 8"/>
          <p:cNvSpPr>
            <a:spLocks noGrp="1"/>
          </p:cNvSpPr>
          <p:nvPr>
            <p:ph type="body" sz="quarter" idx="25" hasCustomPrompt="1"/>
          </p:nvPr>
        </p:nvSpPr>
        <p:spPr>
          <a:xfrm>
            <a:off x="562837" y="1932209"/>
            <a:ext cx="1661259" cy="38236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100">
                <a:solidFill>
                  <a:schemeClr val="accent1"/>
                </a:solidFill>
                <a:latin typeface="+mn-lt"/>
              </a:defRPr>
            </a:lvl1pPr>
            <a:lvl2pPr marL="5080" indent="0">
              <a:tabLst>
                <a:tab pos="6281420" algn="r"/>
              </a:tabLst>
              <a:defRPr sz="2100">
                <a:solidFill>
                  <a:schemeClr val="tx1"/>
                </a:solidFill>
              </a:defRPr>
            </a:lvl2pPr>
            <a:lvl3pPr marL="0" indent="0">
              <a:buFontTx/>
              <a:buNone/>
              <a:defRPr sz="2100">
                <a:solidFill>
                  <a:schemeClr val="tx1"/>
                </a:solidFill>
              </a:defRPr>
            </a:lvl3pPr>
            <a:lvl4pPr marL="5080" indent="0">
              <a:buFontTx/>
              <a:buNone/>
              <a:defRPr sz="2100">
                <a:solidFill>
                  <a:schemeClr val="tx1"/>
                </a:solidFill>
              </a:defRPr>
            </a:lvl4pPr>
          </a:lstStyle>
          <a:p>
            <a:pPr lvl="0"/>
            <a:r>
              <a:rPr lang="en-GB" dirty="0"/>
              <a:t>Number</a:t>
            </a:r>
            <a:endParaRPr lang="en-GB" dirty="0"/>
          </a:p>
        </p:txBody>
      </p:sp>
      <p:sp>
        <p:nvSpPr>
          <p:cNvPr id="24" name="Picture Placeholder 6"/>
          <p:cNvSpPr>
            <a:spLocks noGrp="1"/>
          </p:cNvSpPr>
          <p:nvPr>
            <p:ph type="pic" sz="quarter" idx="27" hasCustomPrompt="1"/>
          </p:nvPr>
        </p:nvSpPr>
        <p:spPr>
          <a:xfrm>
            <a:off x="2603695" y="2391057"/>
            <a:ext cx="1824368" cy="1070281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  <a:endParaRPr lang="en-US" dirty="0"/>
          </a:p>
        </p:txBody>
      </p:sp>
      <p:sp>
        <p:nvSpPr>
          <p:cNvPr id="25" name="Rectangle 24"/>
          <p:cNvSpPr/>
          <p:nvPr userDrawn="1"/>
        </p:nvSpPr>
        <p:spPr>
          <a:xfrm>
            <a:off x="2538376" y="1825375"/>
            <a:ext cx="1955006" cy="2951303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/>
            <a:endParaRPr kumimoji="1" lang="en-US" sz="505" dirty="0">
              <a:noFill/>
            </a:endParaRPr>
          </a:p>
        </p:txBody>
      </p:sp>
      <p:sp>
        <p:nvSpPr>
          <p:cNvPr id="29" name="Picture Placeholder 6"/>
          <p:cNvSpPr>
            <a:spLocks noGrp="1"/>
          </p:cNvSpPr>
          <p:nvPr>
            <p:ph type="pic" sz="quarter" idx="30" hasCustomPrompt="1"/>
          </p:nvPr>
        </p:nvSpPr>
        <p:spPr>
          <a:xfrm>
            <a:off x="4720626" y="2391057"/>
            <a:ext cx="1824368" cy="1070281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  <a:endParaRPr lang="en-US" dirty="0"/>
          </a:p>
        </p:txBody>
      </p:sp>
      <p:sp>
        <p:nvSpPr>
          <p:cNvPr id="30" name="Rectangle 29"/>
          <p:cNvSpPr/>
          <p:nvPr userDrawn="1"/>
        </p:nvSpPr>
        <p:spPr>
          <a:xfrm>
            <a:off x="4655308" y="1825375"/>
            <a:ext cx="1955006" cy="2951303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/>
            <a:endParaRPr kumimoji="1" lang="en-US" sz="505" dirty="0">
              <a:noFill/>
            </a:endParaRPr>
          </a:p>
        </p:txBody>
      </p:sp>
      <p:sp>
        <p:nvSpPr>
          <p:cNvPr id="33" name="Picture Placeholder 6"/>
          <p:cNvSpPr>
            <a:spLocks noGrp="1"/>
          </p:cNvSpPr>
          <p:nvPr>
            <p:ph type="pic" sz="quarter" idx="33" hasCustomPrompt="1"/>
          </p:nvPr>
        </p:nvSpPr>
        <p:spPr>
          <a:xfrm>
            <a:off x="6824500" y="2391057"/>
            <a:ext cx="1824368" cy="1070281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  <a:endParaRPr lang="en-US" dirty="0"/>
          </a:p>
        </p:txBody>
      </p:sp>
      <p:sp>
        <p:nvSpPr>
          <p:cNvPr id="34" name="Rectangle 33"/>
          <p:cNvSpPr/>
          <p:nvPr userDrawn="1"/>
        </p:nvSpPr>
        <p:spPr>
          <a:xfrm>
            <a:off x="6759183" y="1825375"/>
            <a:ext cx="1955006" cy="2951303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/>
            <a:endParaRPr kumimoji="1" lang="en-US" sz="505" dirty="0">
              <a:noFill/>
            </a:endParaRPr>
          </a:p>
        </p:txBody>
      </p:sp>
      <p:sp>
        <p:nvSpPr>
          <p:cNvPr id="40" name="Text Placeholder 8"/>
          <p:cNvSpPr>
            <a:spLocks noGrp="1"/>
          </p:cNvSpPr>
          <p:nvPr>
            <p:ph type="body" sz="quarter" idx="38" hasCustomPrompt="1"/>
          </p:nvPr>
        </p:nvSpPr>
        <p:spPr>
          <a:xfrm>
            <a:off x="2685250" y="1932209"/>
            <a:ext cx="1661259" cy="38236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100">
                <a:solidFill>
                  <a:schemeClr val="accent1"/>
                </a:solidFill>
                <a:latin typeface="+mn-lt"/>
              </a:defRPr>
            </a:lvl1pPr>
            <a:lvl2pPr marL="5080" indent="0">
              <a:tabLst>
                <a:tab pos="6281420" algn="r"/>
              </a:tabLst>
              <a:defRPr sz="2100">
                <a:solidFill>
                  <a:schemeClr val="tx1"/>
                </a:solidFill>
              </a:defRPr>
            </a:lvl2pPr>
            <a:lvl3pPr marL="0" indent="0">
              <a:buFontTx/>
              <a:buNone/>
              <a:defRPr sz="2100">
                <a:solidFill>
                  <a:schemeClr val="tx1"/>
                </a:solidFill>
              </a:defRPr>
            </a:lvl3pPr>
            <a:lvl4pPr marL="5080" indent="0">
              <a:buFontTx/>
              <a:buNone/>
              <a:defRPr sz="2100">
                <a:solidFill>
                  <a:schemeClr val="tx1"/>
                </a:solidFill>
              </a:defRPr>
            </a:lvl4pPr>
          </a:lstStyle>
          <a:p>
            <a:pPr lvl="0"/>
            <a:r>
              <a:rPr lang="en-GB" dirty="0"/>
              <a:t>Number</a:t>
            </a:r>
            <a:endParaRPr lang="en-GB" dirty="0"/>
          </a:p>
        </p:txBody>
      </p:sp>
      <p:sp>
        <p:nvSpPr>
          <p:cNvPr id="42" name="Text Placeholder 8"/>
          <p:cNvSpPr>
            <a:spLocks noGrp="1"/>
          </p:cNvSpPr>
          <p:nvPr>
            <p:ph type="body" sz="quarter" idx="40" hasCustomPrompt="1"/>
          </p:nvPr>
        </p:nvSpPr>
        <p:spPr>
          <a:xfrm>
            <a:off x="4802180" y="1932209"/>
            <a:ext cx="1661259" cy="38236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100">
                <a:solidFill>
                  <a:schemeClr val="accent1"/>
                </a:solidFill>
                <a:latin typeface="+mn-lt"/>
              </a:defRPr>
            </a:lvl1pPr>
            <a:lvl2pPr marL="5080" indent="0">
              <a:tabLst>
                <a:tab pos="6281420" algn="r"/>
              </a:tabLst>
              <a:defRPr sz="2100">
                <a:solidFill>
                  <a:schemeClr val="tx1"/>
                </a:solidFill>
              </a:defRPr>
            </a:lvl2pPr>
            <a:lvl3pPr marL="0" indent="0">
              <a:buFontTx/>
              <a:buNone/>
              <a:defRPr sz="2100">
                <a:solidFill>
                  <a:schemeClr val="tx1"/>
                </a:solidFill>
              </a:defRPr>
            </a:lvl3pPr>
            <a:lvl4pPr marL="5080" indent="0">
              <a:buFontTx/>
              <a:buNone/>
              <a:defRPr sz="2100">
                <a:solidFill>
                  <a:schemeClr val="tx1"/>
                </a:solidFill>
              </a:defRPr>
            </a:lvl4pPr>
          </a:lstStyle>
          <a:p>
            <a:pPr lvl="0"/>
            <a:r>
              <a:rPr lang="en-GB" dirty="0"/>
              <a:t>Number</a:t>
            </a:r>
            <a:endParaRPr lang="en-GB" dirty="0"/>
          </a:p>
        </p:txBody>
      </p:sp>
      <p:sp>
        <p:nvSpPr>
          <p:cNvPr id="44" name="Text Placeholder 8"/>
          <p:cNvSpPr>
            <a:spLocks noGrp="1"/>
          </p:cNvSpPr>
          <p:nvPr>
            <p:ph type="body" sz="quarter" idx="42" hasCustomPrompt="1"/>
          </p:nvPr>
        </p:nvSpPr>
        <p:spPr>
          <a:xfrm>
            <a:off x="6906056" y="1932209"/>
            <a:ext cx="1661259" cy="38236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100">
                <a:solidFill>
                  <a:schemeClr val="accent1"/>
                </a:solidFill>
                <a:latin typeface="+mn-lt"/>
              </a:defRPr>
            </a:lvl1pPr>
            <a:lvl2pPr marL="5080" indent="0">
              <a:tabLst>
                <a:tab pos="6281420" algn="r"/>
              </a:tabLst>
              <a:defRPr sz="2100">
                <a:solidFill>
                  <a:schemeClr val="tx1"/>
                </a:solidFill>
              </a:defRPr>
            </a:lvl2pPr>
            <a:lvl3pPr marL="0" indent="0">
              <a:buFontTx/>
              <a:buNone/>
              <a:defRPr sz="2100">
                <a:solidFill>
                  <a:schemeClr val="tx1"/>
                </a:solidFill>
              </a:defRPr>
            </a:lvl3pPr>
            <a:lvl4pPr marL="5080" indent="0">
              <a:buFontTx/>
              <a:buNone/>
              <a:defRPr sz="2100">
                <a:solidFill>
                  <a:schemeClr val="tx1"/>
                </a:solidFill>
              </a:defRPr>
            </a:lvl4pPr>
          </a:lstStyle>
          <a:p>
            <a:pPr lvl="0"/>
            <a:r>
              <a:rPr lang="en-GB" dirty="0"/>
              <a:t>Number</a:t>
            </a:r>
            <a:endParaRPr lang="en-GB" dirty="0"/>
          </a:p>
        </p:txBody>
      </p:sp>
      <p:pic>
        <p:nvPicPr>
          <p:cNvPr id="45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6" name="Text Placeholder 8"/>
          <p:cNvSpPr>
            <a:spLocks noGrp="1"/>
          </p:cNvSpPr>
          <p:nvPr>
            <p:ph type="body" sz="quarter" idx="43" hasCustomPrompt="1"/>
          </p:nvPr>
        </p:nvSpPr>
        <p:spPr>
          <a:xfrm>
            <a:off x="2678405" y="3548200"/>
            <a:ext cx="1661259" cy="113452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FontTx/>
              <a:buNone/>
              <a:defRPr sz="900">
                <a:solidFill>
                  <a:schemeClr val="accent1"/>
                </a:solidFill>
              </a:defRPr>
            </a:lvl1pPr>
            <a:lvl2pPr>
              <a:buFontTx/>
              <a:buNone/>
              <a:defRPr sz="900"/>
            </a:lvl2pPr>
            <a:lvl3pPr marL="4445" indent="0" defTabSz="675005">
              <a:spcAft>
                <a:spcPts val="675"/>
              </a:spcAft>
              <a:buFontTx/>
              <a:buNone/>
              <a:defRPr sz="900"/>
            </a:lvl3pPr>
            <a:lvl4pPr marL="19685" indent="0">
              <a:buClr>
                <a:schemeClr val="tx1"/>
              </a:buClr>
              <a:buFontTx/>
              <a:buNone/>
              <a:defRPr sz="900"/>
            </a:lvl4pPr>
            <a:lvl5pPr marL="19685" indent="0">
              <a:buClr>
                <a:schemeClr val="tx1"/>
              </a:buClr>
              <a:buSzPct val="100000"/>
              <a:buFontTx/>
              <a:buNone/>
              <a:defRPr sz="900"/>
            </a:lvl5pPr>
          </a:lstStyle>
          <a:p>
            <a:pPr lvl="0"/>
            <a:r>
              <a:rPr lang="en-GB" dirty="0"/>
              <a:t>Second level</a:t>
            </a:r>
            <a:endParaRPr lang="en-GB" dirty="0"/>
          </a:p>
          <a:p>
            <a:pPr lvl="1"/>
            <a:r>
              <a:rPr lang="en-GB" dirty="0"/>
              <a:t>Third level</a:t>
            </a:r>
            <a:endParaRPr lang="en-GB" dirty="0"/>
          </a:p>
        </p:txBody>
      </p:sp>
      <p:sp>
        <p:nvSpPr>
          <p:cNvPr id="47" name="Text Placeholder 8"/>
          <p:cNvSpPr>
            <a:spLocks noGrp="1"/>
          </p:cNvSpPr>
          <p:nvPr>
            <p:ph type="body" sz="quarter" idx="44" hasCustomPrompt="1"/>
          </p:nvPr>
        </p:nvSpPr>
        <p:spPr>
          <a:xfrm>
            <a:off x="4800326" y="3548200"/>
            <a:ext cx="1661259" cy="113452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FontTx/>
              <a:buNone/>
              <a:defRPr sz="900">
                <a:solidFill>
                  <a:schemeClr val="accent1"/>
                </a:solidFill>
              </a:defRPr>
            </a:lvl1pPr>
            <a:lvl2pPr>
              <a:buFontTx/>
              <a:buNone/>
              <a:defRPr sz="900"/>
            </a:lvl2pPr>
            <a:lvl3pPr marL="4445" indent="0" defTabSz="675005">
              <a:spcAft>
                <a:spcPts val="675"/>
              </a:spcAft>
              <a:buFontTx/>
              <a:buNone/>
              <a:defRPr sz="900"/>
            </a:lvl3pPr>
            <a:lvl4pPr marL="19685" indent="0">
              <a:buClr>
                <a:schemeClr val="tx1"/>
              </a:buClr>
              <a:buFontTx/>
              <a:buNone/>
              <a:defRPr sz="900"/>
            </a:lvl4pPr>
            <a:lvl5pPr marL="19685" indent="0">
              <a:buClr>
                <a:schemeClr val="tx1"/>
              </a:buClr>
              <a:buSzPct val="100000"/>
              <a:buFontTx/>
              <a:buNone/>
              <a:defRPr sz="900"/>
            </a:lvl5pPr>
          </a:lstStyle>
          <a:p>
            <a:pPr lvl="0"/>
            <a:r>
              <a:rPr lang="en-GB" dirty="0"/>
              <a:t>Second level</a:t>
            </a:r>
            <a:endParaRPr lang="en-GB" dirty="0"/>
          </a:p>
          <a:p>
            <a:pPr lvl="1"/>
            <a:r>
              <a:rPr lang="en-GB" dirty="0"/>
              <a:t>Third level</a:t>
            </a:r>
            <a:endParaRPr lang="en-GB" dirty="0"/>
          </a:p>
        </p:txBody>
      </p:sp>
      <p:sp>
        <p:nvSpPr>
          <p:cNvPr id="48" name="Text Placeholder 8"/>
          <p:cNvSpPr>
            <a:spLocks noGrp="1"/>
          </p:cNvSpPr>
          <p:nvPr>
            <p:ph type="body" sz="quarter" idx="45" hasCustomPrompt="1"/>
          </p:nvPr>
        </p:nvSpPr>
        <p:spPr>
          <a:xfrm>
            <a:off x="6905342" y="3548200"/>
            <a:ext cx="1661259" cy="113452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FontTx/>
              <a:buNone/>
              <a:defRPr sz="900">
                <a:solidFill>
                  <a:schemeClr val="accent1"/>
                </a:solidFill>
              </a:defRPr>
            </a:lvl1pPr>
            <a:lvl2pPr>
              <a:buFontTx/>
              <a:buNone/>
              <a:defRPr sz="900"/>
            </a:lvl2pPr>
            <a:lvl3pPr marL="4445" indent="0" defTabSz="675005">
              <a:spcAft>
                <a:spcPts val="675"/>
              </a:spcAft>
              <a:buFontTx/>
              <a:buNone/>
              <a:defRPr sz="900"/>
            </a:lvl3pPr>
            <a:lvl4pPr marL="19685" indent="0">
              <a:buClr>
                <a:schemeClr val="tx1"/>
              </a:buClr>
              <a:buFontTx/>
              <a:buNone/>
              <a:defRPr sz="900"/>
            </a:lvl4pPr>
            <a:lvl5pPr marL="19685" indent="0">
              <a:buClr>
                <a:schemeClr val="tx1"/>
              </a:buClr>
              <a:buSzPct val="100000"/>
              <a:buFontTx/>
              <a:buNone/>
              <a:defRPr sz="900"/>
            </a:lvl5pPr>
          </a:lstStyle>
          <a:p>
            <a:pPr lvl="0"/>
            <a:r>
              <a:rPr lang="en-GB" dirty="0"/>
              <a:t>Second level</a:t>
            </a:r>
            <a:endParaRPr lang="en-GB" dirty="0"/>
          </a:p>
          <a:p>
            <a:pPr lvl="1"/>
            <a:r>
              <a:rPr lang="en-GB" dirty="0"/>
              <a:t>Third level</a:t>
            </a:r>
            <a:endParaRPr lang="en-GB" dirty="0"/>
          </a:p>
        </p:txBody>
      </p:sp>
      <p:sp>
        <p:nvSpPr>
          <p:cNvPr id="6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20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  <a:endParaRPr lang="en-GB" dirty="0"/>
          </a:p>
        </p:txBody>
      </p:sp>
      <p:sp>
        <p:nvSpPr>
          <p:cNvPr id="7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24" hasCustomPrompt="1"/>
          </p:nvPr>
        </p:nvSpPr>
        <p:spPr>
          <a:xfrm>
            <a:off x="396000" y="1062001"/>
            <a:ext cx="8314264" cy="59979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 marL="8890" indent="0">
              <a:tabLst>
                <a:tab pos="6281420" algn="r"/>
              </a:tabLst>
              <a:defRPr/>
            </a:lvl2pPr>
          </a:lstStyle>
          <a:p>
            <a:pPr lvl="0"/>
            <a:r>
              <a:rPr lang="en-GB" dirty="0"/>
              <a:t>First level</a:t>
            </a:r>
            <a:endParaRPr lang="en-GB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oumns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1283361" y="1061202"/>
            <a:ext cx="2876160" cy="7163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900">
                <a:solidFill>
                  <a:schemeClr val="accent1"/>
                </a:solidFill>
              </a:defRPr>
            </a:lvl1pPr>
            <a:lvl2pPr>
              <a:defRPr sz="900"/>
            </a:lvl2pPr>
            <a:lvl3pPr marL="134620" indent="-135255" defTabSz="675005">
              <a:spcAft>
                <a:spcPts val="675"/>
              </a:spcAft>
              <a:buFontTx/>
              <a:defRPr sz="900"/>
            </a:lvl3pPr>
            <a:lvl4pPr marL="100965" indent="-81280">
              <a:buClr>
                <a:schemeClr val="tx1"/>
              </a:buClr>
              <a:buFont typeface="Arial" panose="020B0604020202020204" pitchFamily="34" charset="0"/>
              <a:buChar char="•"/>
              <a:defRPr sz="900"/>
            </a:lvl4pPr>
            <a:lvl5pPr marL="100965" indent="-81280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900"/>
            </a:lvl5pPr>
          </a:lstStyle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</p:txBody>
      </p:sp>
      <p:sp>
        <p:nvSpPr>
          <p:cNvPr id="12" name="Picture Placeholder 6"/>
          <p:cNvSpPr>
            <a:spLocks noGrp="1"/>
          </p:cNvSpPr>
          <p:nvPr>
            <p:ph type="pic" sz="quarter" idx="24" hasCustomPrompt="1"/>
          </p:nvPr>
        </p:nvSpPr>
        <p:spPr>
          <a:xfrm>
            <a:off x="413175" y="1102576"/>
            <a:ext cx="675044" cy="6750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  <a:endParaRPr lang="en-US" dirty="0"/>
          </a:p>
        </p:txBody>
      </p:sp>
      <p:cxnSp>
        <p:nvCxnSpPr>
          <p:cNvPr id="13" name="Straight Connector 12"/>
          <p:cNvCxnSpPr/>
          <p:nvPr userDrawn="1"/>
        </p:nvCxnSpPr>
        <p:spPr>
          <a:xfrm flipH="1">
            <a:off x="411166" y="1917556"/>
            <a:ext cx="374634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Picture Placeholder 6"/>
          <p:cNvSpPr>
            <a:spLocks noGrp="1"/>
          </p:cNvSpPr>
          <p:nvPr>
            <p:ph type="pic" sz="quarter" idx="26" hasCustomPrompt="1"/>
          </p:nvPr>
        </p:nvSpPr>
        <p:spPr>
          <a:xfrm>
            <a:off x="413175" y="2058540"/>
            <a:ext cx="675044" cy="6750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  <a:endParaRPr lang="en-US" dirty="0"/>
          </a:p>
        </p:txBody>
      </p:sp>
      <p:sp>
        <p:nvSpPr>
          <p:cNvPr id="37" name="Picture Placeholder 6"/>
          <p:cNvSpPr>
            <a:spLocks noGrp="1"/>
          </p:cNvSpPr>
          <p:nvPr>
            <p:ph type="pic" sz="quarter" idx="28" hasCustomPrompt="1"/>
          </p:nvPr>
        </p:nvSpPr>
        <p:spPr>
          <a:xfrm>
            <a:off x="413175" y="3014504"/>
            <a:ext cx="675044" cy="6750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  <a:endParaRPr lang="en-US" dirty="0"/>
          </a:p>
        </p:txBody>
      </p:sp>
      <p:sp>
        <p:nvSpPr>
          <p:cNvPr id="39" name="Picture Placeholder 6"/>
          <p:cNvSpPr>
            <a:spLocks noGrp="1"/>
          </p:cNvSpPr>
          <p:nvPr>
            <p:ph type="pic" sz="quarter" idx="30" hasCustomPrompt="1"/>
          </p:nvPr>
        </p:nvSpPr>
        <p:spPr>
          <a:xfrm>
            <a:off x="413175" y="3970467"/>
            <a:ext cx="675044" cy="6750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  <a:endParaRPr lang="en-US" dirty="0"/>
          </a:p>
        </p:txBody>
      </p:sp>
      <p:cxnSp>
        <p:nvCxnSpPr>
          <p:cNvPr id="41" name="Straight Connector 40"/>
          <p:cNvCxnSpPr/>
          <p:nvPr userDrawn="1"/>
        </p:nvCxnSpPr>
        <p:spPr>
          <a:xfrm flipH="1">
            <a:off x="411166" y="2873520"/>
            <a:ext cx="374634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 userDrawn="1"/>
        </p:nvCxnSpPr>
        <p:spPr>
          <a:xfrm flipH="1">
            <a:off x="411166" y="3829484"/>
            <a:ext cx="374634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Picture Placeholder 6"/>
          <p:cNvSpPr>
            <a:spLocks noGrp="1"/>
          </p:cNvSpPr>
          <p:nvPr>
            <p:ph type="pic" sz="quarter" idx="32" hasCustomPrompt="1"/>
          </p:nvPr>
        </p:nvSpPr>
        <p:spPr>
          <a:xfrm>
            <a:off x="4974605" y="1102576"/>
            <a:ext cx="675044" cy="6750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  <a:endParaRPr lang="en-US" dirty="0"/>
          </a:p>
        </p:txBody>
      </p:sp>
      <p:cxnSp>
        <p:nvCxnSpPr>
          <p:cNvPr id="57" name="Straight Connector 56"/>
          <p:cNvCxnSpPr/>
          <p:nvPr userDrawn="1"/>
        </p:nvCxnSpPr>
        <p:spPr>
          <a:xfrm flipH="1">
            <a:off x="4972597" y="1917556"/>
            <a:ext cx="374634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Picture Placeholder 6"/>
          <p:cNvSpPr>
            <a:spLocks noGrp="1"/>
          </p:cNvSpPr>
          <p:nvPr>
            <p:ph type="pic" sz="quarter" idx="34" hasCustomPrompt="1"/>
          </p:nvPr>
        </p:nvSpPr>
        <p:spPr>
          <a:xfrm>
            <a:off x="4974605" y="2058540"/>
            <a:ext cx="675044" cy="6750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  <a:endParaRPr lang="en-US" dirty="0"/>
          </a:p>
        </p:txBody>
      </p:sp>
      <p:sp>
        <p:nvSpPr>
          <p:cNvPr id="61" name="Picture Placeholder 6"/>
          <p:cNvSpPr>
            <a:spLocks noGrp="1"/>
          </p:cNvSpPr>
          <p:nvPr>
            <p:ph type="pic" sz="quarter" idx="36" hasCustomPrompt="1"/>
          </p:nvPr>
        </p:nvSpPr>
        <p:spPr>
          <a:xfrm>
            <a:off x="4974605" y="3014504"/>
            <a:ext cx="675044" cy="6750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  <a:endParaRPr lang="en-US" dirty="0"/>
          </a:p>
        </p:txBody>
      </p:sp>
      <p:sp>
        <p:nvSpPr>
          <p:cNvPr id="63" name="Picture Placeholder 6"/>
          <p:cNvSpPr>
            <a:spLocks noGrp="1"/>
          </p:cNvSpPr>
          <p:nvPr>
            <p:ph type="pic" sz="quarter" idx="38" hasCustomPrompt="1"/>
          </p:nvPr>
        </p:nvSpPr>
        <p:spPr>
          <a:xfrm>
            <a:off x="4974605" y="3970467"/>
            <a:ext cx="675044" cy="6750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  <a:endParaRPr lang="en-US" dirty="0"/>
          </a:p>
        </p:txBody>
      </p:sp>
      <p:cxnSp>
        <p:nvCxnSpPr>
          <p:cNvPr id="64" name="Straight Connector 63"/>
          <p:cNvCxnSpPr/>
          <p:nvPr userDrawn="1"/>
        </p:nvCxnSpPr>
        <p:spPr>
          <a:xfrm flipH="1">
            <a:off x="4972597" y="2873520"/>
            <a:ext cx="374634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/>
          <p:cNvCxnSpPr/>
          <p:nvPr userDrawn="1"/>
        </p:nvCxnSpPr>
        <p:spPr>
          <a:xfrm flipH="1">
            <a:off x="4972597" y="3829484"/>
            <a:ext cx="374634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9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71" name="Text Placeholder 8"/>
          <p:cNvSpPr>
            <a:spLocks noGrp="1"/>
          </p:cNvSpPr>
          <p:nvPr>
            <p:ph type="body" sz="quarter" idx="41" hasCustomPrompt="1"/>
          </p:nvPr>
        </p:nvSpPr>
        <p:spPr>
          <a:xfrm>
            <a:off x="1283361" y="2017166"/>
            <a:ext cx="2876160" cy="7163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900">
                <a:solidFill>
                  <a:schemeClr val="accent1"/>
                </a:solidFill>
              </a:defRPr>
            </a:lvl1pPr>
            <a:lvl2pPr>
              <a:defRPr sz="900"/>
            </a:lvl2pPr>
            <a:lvl3pPr marL="134620" indent="-135255" defTabSz="675005">
              <a:spcAft>
                <a:spcPts val="675"/>
              </a:spcAft>
              <a:buFontTx/>
              <a:defRPr sz="900"/>
            </a:lvl3pPr>
            <a:lvl4pPr marL="100965" indent="-81280">
              <a:buClr>
                <a:schemeClr val="tx1"/>
              </a:buClr>
              <a:buFont typeface="Arial" panose="020B0604020202020204" pitchFamily="34" charset="0"/>
              <a:buChar char="•"/>
              <a:defRPr sz="900"/>
            </a:lvl4pPr>
            <a:lvl5pPr marL="100965" indent="-81280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900"/>
            </a:lvl5pPr>
          </a:lstStyle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</p:txBody>
      </p:sp>
      <p:sp>
        <p:nvSpPr>
          <p:cNvPr id="73" name="Text Placeholder 8"/>
          <p:cNvSpPr>
            <a:spLocks noGrp="1"/>
          </p:cNvSpPr>
          <p:nvPr>
            <p:ph type="body" sz="quarter" idx="42" hasCustomPrompt="1"/>
          </p:nvPr>
        </p:nvSpPr>
        <p:spPr>
          <a:xfrm>
            <a:off x="1283361" y="2972126"/>
            <a:ext cx="2876160" cy="7163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900">
                <a:solidFill>
                  <a:schemeClr val="accent1"/>
                </a:solidFill>
              </a:defRPr>
            </a:lvl1pPr>
            <a:lvl2pPr>
              <a:defRPr sz="900"/>
            </a:lvl2pPr>
            <a:lvl3pPr marL="134620" indent="-135255" defTabSz="675005">
              <a:spcAft>
                <a:spcPts val="675"/>
              </a:spcAft>
              <a:buFontTx/>
              <a:defRPr sz="900"/>
            </a:lvl3pPr>
            <a:lvl4pPr marL="100965" indent="-81280">
              <a:buClr>
                <a:schemeClr val="tx1"/>
              </a:buClr>
              <a:buFont typeface="Arial" panose="020B0604020202020204" pitchFamily="34" charset="0"/>
              <a:buChar char="•"/>
              <a:defRPr sz="900"/>
            </a:lvl4pPr>
            <a:lvl5pPr marL="100965" indent="-81280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900"/>
            </a:lvl5pPr>
          </a:lstStyle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</p:txBody>
      </p:sp>
      <p:sp>
        <p:nvSpPr>
          <p:cNvPr id="75" name="Text Placeholder 8"/>
          <p:cNvSpPr>
            <a:spLocks noGrp="1"/>
          </p:cNvSpPr>
          <p:nvPr>
            <p:ph type="body" sz="quarter" idx="43" hasCustomPrompt="1"/>
          </p:nvPr>
        </p:nvSpPr>
        <p:spPr>
          <a:xfrm>
            <a:off x="1283361" y="3929094"/>
            <a:ext cx="2876160" cy="7163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900">
                <a:solidFill>
                  <a:schemeClr val="accent1"/>
                </a:solidFill>
              </a:defRPr>
            </a:lvl1pPr>
            <a:lvl2pPr>
              <a:defRPr sz="900"/>
            </a:lvl2pPr>
            <a:lvl3pPr marL="134620" indent="-135255" defTabSz="675005">
              <a:spcAft>
                <a:spcPts val="675"/>
              </a:spcAft>
              <a:buFontTx/>
              <a:defRPr sz="900"/>
            </a:lvl3pPr>
            <a:lvl4pPr marL="100965" indent="-81280">
              <a:buClr>
                <a:schemeClr val="tx1"/>
              </a:buClr>
              <a:buFont typeface="Arial" panose="020B0604020202020204" pitchFamily="34" charset="0"/>
              <a:buChar char="•"/>
              <a:defRPr sz="900"/>
            </a:lvl4pPr>
            <a:lvl5pPr marL="100965" indent="-81280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900"/>
            </a:lvl5pPr>
          </a:lstStyle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</p:txBody>
      </p:sp>
      <p:sp>
        <p:nvSpPr>
          <p:cNvPr id="80" name="Text Placeholder 8"/>
          <p:cNvSpPr>
            <a:spLocks noGrp="1"/>
          </p:cNvSpPr>
          <p:nvPr>
            <p:ph type="body" sz="quarter" idx="44" hasCustomPrompt="1"/>
          </p:nvPr>
        </p:nvSpPr>
        <p:spPr>
          <a:xfrm>
            <a:off x="5842783" y="1061202"/>
            <a:ext cx="2876160" cy="7163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900">
                <a:solidFill>
                  <a:schemeClr val="accent1"/>
                </a:solidFill>
              </a:defRPr>
            </a:lvl1pPr>
            <a:lvl2pPr>
              <a:defRPr sz="900"/>
            </a:lvl2pPr>
            <a:lvl3pPr marL="134620" indent="-135255" defTabSz="675005">
              <a:spcAft>
                <a:spcPts val="675"/>
              </a:spcAft>
              <a:buFontTx/>
              <a:defRPr sz="900"/>
            </a:lvl3pPr>
            <a:lvl4pPr marL="100965" indent="-81280">
              <a:buClr>
                <a:schemeClr val="tx1"/>
              </a:buClr>
              <a:buFont typeface="Arial" panose="020B0604020202020204" pitchFamily="34" charset="0"/>
              <a:buChar char="•"/>
              <a:defRPr sz="900"/>
            </a:lvl4pPr>
            <a:lvl5pPr marL="100965" indent="-81280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900"/>
            </a:lvl5pPr>
          </a:lstStyle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</p:txBody>
      </p:sp>
      <p:sp>
        <p:nvSpPr>
          <p:cNvPr id="81" name="Text Placeholder 8"/>
          <p:cNvSpPr>
            <a:spLocks noGrp="1"/>
          </p:cNvSpPr>
          <p:nvPr>
            <p:ph type="body" sz="quarter" idx="45" hasCustomPrompt="1"/>
          </p:nvPr>
        </p:nvSpPr>
        <p:spPr>
          <a:xfrm>
            <a:off x="5842783" y="2017166"/>
            <a:ext cx="2876160" cy="7163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900">
                <a:solidFill>
                  <a:schemeClr val="accent1"/>
                </a:solidFill>
              </a:defRPr>
            </a:lvl1pPr>
            <a:lvl2pPr>
              <a:defRPr sz="900"/>
            </a:lvl2pPr>
            <a:lvl3pPr marL="134620" indent="-135255" defTabSz="675005">
              <a:spcAft>
                <a:spcPts val="675"/>
              </a:spcAft>
              <a:buFontTx/>
              <a:defRPr sz="900"/>
            </a:lvl3pPr>
            <a:lvl4pPr marL="100965" indent="-81280">
              <a:buClr>
                <a:schemeClr val="tx1"/>
              </a:buClr>
              <a:buFont typeface="Arial" panose="020B0604020202020204" pitchFamily="34" charset="0"/>
              <a:buChar char="•"/>
              <a:defRPr sz="900"/>
            </a:lvl4pPr>
            <a:lvl5pPr marL="100965" indent="-81280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900"/>
            </a:lvl5pPr>
          </a:lstStyle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</p:txBody>
      </p:sp>
      <p:sp>
        <p:nvSpPr>
          <p:cNvPr id="82" name="Text Placeholder 8"/>
          <p:cNvSpPr>
            <a:spLocks noGrp="1"/>
          </p:cNvSpPr>
          <p:nvPr>
            <p:ph type="body" sz="quarter" idx="46" hasCustomPrompt="1"/>
          </p:nvPr>
        </p:nvSpPr>
        <p:spPr>
          <a:xfrm>
            <a:off x="5842783" y="2972126"/>
            <a:ext cx="2876160" cy="7163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900">
                <a:solidFill>
                  <a:schemeClr val="accent1"/>
                </a:solidFill>
              </a:defRPr>
            </a:lvl1pPr>
            <a:lvl2pPr>
              <a:defRPr sz="900"/>
            </a:lvl2pPr>
            <a:lvl3pPr marL="134620" indent="-135255" defTabSz="675005">
              <a:spcAft>
                <a:spcPts val="675"/>
              </a:spcAft>
              <a:buFontTx/>
              <a:defRPr sz="900"/>
            </a:lvl3pPr>
            <a:lvl4pPr marL="100965" indent="-81280">
              <a:buClr>
                <a:schemeClr val="tx1"/>
              </a:buClr>
              <a:buFont typeface="Arial" panose="020B0604020202020204" pitchFamily="34" charset="0"/>
              <a:buChar char="•"/>
              <a:defRPr sz="900"/>
            </a:lvl4pPr>
            <a:lvl5pPr marL="100965" indent="-81280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900"/>
            </a:lvl5pPr>
          </a:lstStyle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</p:txBody>
      </p:sp>
      <p:sp>
        <p:nvSpPr>
          <p:cNvPr id="83" name="Text Placeholder 8"/>
          <p:cNvSpPr>
            <a:spLocks noGrp="1"/>
          </p:cNvSpPr>
          <p:nvPr>
            <p:ph type="body" sz="quarter" idx="47" hasCustomPrompt="1"/>
          </p:nvPr>
        </p:nvSpPr>
        <p:spPr>
          <a:xfrm>
            <a:off x="5842783" y="3929094"/>
            <a:ext cx="2876160" cy="7163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900">
                <a:solidFill>
                  <a:schemeClr val="accent1"/>
                </a:solidFill>
              </a:defRPr>
            </a:lvl1pPr>
            <a:lvl2pPr>
              <a:defRPr sz="900"/>
            </a:lvl2pPr>
            <a:lvl3pPr marL="134620" indent="-135255" defTabSz="675005">
              <a:spcAft>
                <a:spcPts val="675"/>
              </a:spcAft>
              <a:buFontTx/>
              <a:defRPr sz="900"/>
            </a:lvl3pPr>
            <a:lvl4pPr marL="100965" indent="-81280">
              <a:buClr>
                <a:schemeClr val="tx1"/>
              </a:buClr>
              <a:buFont typeface="Arial" panose="020B0604020202020204" pitchFamily="34" charset="0"/>
              <a:buChar char="•"/>
              <a:defRPr sz="900"/>
            </a:lvl4pPr>
            <a:lvl5pPr marL="100965" indent="-81280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900"/>
            </a:lvl5pPr>
          </a:lstStyle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</p:txBody>
      </p:sp>
      <p:sp>
        <p:nvSpPr>
          <p:cNvPr id="6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20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  <a:endParaRPr lang="en-GB" dirty="0"/>
          </a:p>
        </p:txBody>
      </p:sp>
      <p:sp>
        <p:nvSpPr>
          <p:cNvPr id="7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hart Placeholder 6"/>
          <p:cNvSpPr>
            <a:spLocks noGrp="1"/>
          </p:cNvSpPr>
          <p:nvPr>
            <p:ph type="chart" sz="quarter" idx="14"/>
          </p:nvPr>
        </p:nvSpPr>
        <p:spPr>
          <a:xfrm>
            <a:off x="413174" y="1846303"/>
            <a:ext cx="8297090" cy="2000607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415966" y="3962249"/>
            <a:ext cx="1135405" cy="874170"/>
          </a:xfrm>
          <a:prstGeom prst="rect">
            <a:avLst/>
          </a:prstGeom>
        </p:spPr>
        <p:txBody>
          <a:bodyPr>
            <a:normAutofit/>
          </a:bodyPr>
          <a:lstStyle>
            <a:lvl1pPr marL="5080" indent="0">
              <a:buFontTx/>
              <a:buNone/>
              <a:tabLst>
                <a:tab pos="6281420" algn="r"/>
              </a:tabLst>
              <a:defRPr sz="750">
                <a:solidFill>
                  <a:schemeClr val="tx1"/>
                </a:solidFill>
                <a:latin typeface="+mn-lt"/>
              </a:defRPr>
            </a:lvl1pPr>
            <a:lvl2pPr marL="5080" indent="0">
              <a:buFontTx/>
              <a:buNone/>
              <a:tabLst>
                <a:tab pos="6281420" algn="r"/>
              </a:tabLst>
              <a:defRPr sz="750"/>
            </a:lvl2pPr>
            <a:lvl3pPr marL="3175" indent="0" defTabSz="675005">
              <a:spcAft>
                <a:spcPts val="675"/>
              </a:spcAft>
              <a:buFontTx/>
              <a:buNone/>
              <a:defRPr sz="750"/>
            </a:lvl3pPr>
            <a:lvl4pPr marL="19685" indent="0">
              <a:buClr>
                <a:schemeClr val="tx1"/>
              </a:buClr>
              <a:buFontTx/>
              <a:buNone/>
              <a:defRPr sz="900"/>
            </a:lvl4pPr>
            <a:lvl5pPr marL="19685" indent="0">
              <a:buClr>
                <a:schemeClr val="tx1"/>
              </a:buClr>
              <a:buSzPct val="100000"/>
              <a:buFontTx/>
              <a:buNone/>
              <a:defRPr sz="900"/>
            </a:lvl5pPr>
          </a:lstStyle>
          <a:p>
            <a:pPr lvl="0"/>
            <a:r>
              <a:rPr lang="en-GB" dirty="0"/>
              <a:t>Second level</a:t>
            </a:r>
            <a:endParaRPr lang="en-GB" dirty="0"/>
          </a:p>
        </p:txBody>
      </p:sp>
      <p:pic>
        <p:nvPicPr>
          <p:cNvPr id="31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2" name="Text Placeholder 8"/>
          <p:cNvSpPr>
            <a:spLocks noGrp="1"/>
          </p:cNvSpPr>
          <p:nvPr>
            <p:ph type="body" sz="quarter" idx="33" hasCustomPrompt="1"/>
          </p:nvPr>
        </p:nvSpPr>
        <p:spPr>
          <a:xfrm>
            <a:off x="1610223" y="3962249"/>
            <a:ext cx="1135405" cy="874170"/>
          </a:xfrm>
          <a:prstGeom prst="rect">
            <a:avLst/>
          </a:prstGeom>
        </p:spPr>
        <p:txBody>
          <a:bodyPr>
            <a:normAutofit/>
          </a:bodyPr>
          <a:lstStyle>
            <a:lvl1pPr marL="5080" indent="0">
              <a:buFontTx/>
              <a:buNone/>
              <a:tabLst>
                <a:tab pos="6281420" algn="r"/>
              </a:tabLst>
              <a:defRPr sz="750">
                <a:solidFill>
                  <a:schemeClr val="tx1"/>
                </a:solidFill>
                <a:latin typeface="+mn-lt"/>
              </a:defRPr>
            </a:lvl1pPr>
            <a:lvl2pPr marL="5080" indent="0">
              <a:buFontTx/>
              <a:buNone/>
              <a:tabLst>
                <a:tab pos="6281420" algn="r"/>
              </a:tabLst>
              <a:defRPr sz="750"/>
            </a:lvl2pPr>
            <a:lvl3pPr marL="3175" indent="0" defTabSz="675005">
              <a:spcAft>
                <a:spcPts val="675"/>
              </a:spcAft>
              <a:buFontTx/>
              <a:buNone/>
              <a:defRPr sz="750"/>
            </a:lvl3pPr>
            <a:lvl4pPr marL="19685" indent="0">
              <a:buClr>
                <a:schemeClr val="tx1"/>
              </a:buClr>
              <a:buFontTx/>
              <a:buNone/>
              <a:defRPr sz="900"/>
            </a:lvl4pPr>
            <a:lvl5pPr marL="19685" indent="0">
              <a:buClr>
                <a:schemeClr val="tx1"/>
              </a:buClr>
              <a:buSzPct val="100000"/>
              <a:buFontTx/>
              <a:buNone/>
              <a:defRPr sz="900"/>
            </a:lvl5pPr>
          </a:lstStyle>
          <a:p>
            <a:pPr lvl="0"/>
            <a:r>
              <a:rPr lang="en-GB" dirty="0"/>
              <a:t>Second level</a:t>
            </a:r>
            <a:endParaRPr lang="en-GB" dirty="0"/>
          </a:p>
        </p:txBody>
      </p:sp>
      <p:sp>
        <p:nvSpPr>
          <p:cNvPr id="33" name="Text Placeholder 8"/>
          <p:cNvSpPr>
            <a:spLocks noGrp="1"/>
          </p:cNvSpPr>
          <p:nvPr>
            <p:ph type="body" sz="quarter" idx="34" hasCustomPrompt="1"/>
          </p:nvPr>
        </p:nvSpPr>
        <p:spPr>
          <a:xfrm>
            <a:off x="2804480" y="3962249"/>
            <a:ext cx="1135405" cy="874170"/>
          </a:xfrm>
          <a:prstGeom prst="rect">
            <a:avLst/>
          </a:prstGeom>
        </p:spPr>
        <p:txBody>
          <a:bodyPr>
            <a:normAutofit/>
          </a:bodyPr>
          <a:lstStyle>
            <a:lvl1pPr marL="5080" indent="0">
              <a:buFontTx/>
              <a:buNone/>
              <a:tabLst>
                <a:tab pos="6281420" algn="r"/>
              </a:tabLst>
              <a:defRPr sz="750">
                <a:solidFill>
                  <a:schemeClr val="tx1"/>
                </a:solidFill>
                <a:latin typeface="+mn-lt"/>
              </a:defRPr>
            </a:lvl1pPr>
            <a:lvl2pPr marL="5080" indent="0">
              <a:buFontTx/>
              <a:buNone/>
              <a:tabLst>
                <a:tab pos="6281420" algn="r"/>
              </a:tabLst>
              <a:defRPr sz="750"/>
            </a:lvl2pPr>
            <a:lvl3pPr marL="3175" indent="0" defTabSz="675005">
              <a:spcAft>
                <a:spcPts val="675"/>
              </a:spcAft>
              <a:buFontTx/>
              <a:buNone/>
              <a:defRPr sz="750"/>
            </a:lvl3pPr>
            <a:lvl4pPr marL="19685" indent="0">
              <a:buClr>
                <a:schemeClr val="tx1"/>
              </a:buClr>
              <a:buFontTx/>
              <a:buNone/>
              <a:defRPr sz="900"/>
            </a:lvl4pPr>
            <a:lvl5pPr marL="19685" indent="0">
              <a:buClr>
                <a:schemeClr val="tx1"/>
              </a:buClr>
              <a:buSzPct val="100000"/>
              <a:buFontTx/>
              <a:buNone/>
              <a:defRPr sz="900"/>
            </a:lvl5pPr>
          </a:lstStyle>
          <a:p>
            <a:pPr lvl="0"/>
            <a:r>
              <a:rPr lang="en-GB" dirty="0"/>
              <a:t>Second level</a:t>
            </a:r>
            <a:endParaRPr lang="en-GB" dirty="0"/>
          </a:p>
        </p:txBody>
      </p:sp>
      <p:sp>
        <p:nvSpPr>
          <p:cNvPr id="34" name="Text Placeholder 8"/>
          <p:cNvSpPr>
            <a:spLocks noGrp="1"/>
          </p:cNvSpPr>
          <p:nvPr>
            <p:ph type="body" sz="quarter" idx="35" hasCustomPrompt="1"/>
          </p:nvPr>
        </p:nvSpPr>
        <p:spPr>
          <a:xfrm>
            <a:off x="3998736" y="3962249"/>
            <a:ext cx="1135405" cy="874170"/>
          </a:xfrm>
          <a:prstGeom prst="rect">
            <a:avLst/>
          </a:prstGeom>
        </p:spPr>
        <p:txBody>
          <a:bodyPr>
            <a:normAutofit/>
          </a:bodyPr>
          <a:lstStyle>
            <a:lvl1pPr marL="5080" indent="0">
              <a:buFontTx/>
              <a:buNone/>
              <a:tabLst>
                <a:tab pos="6281420" algn="r"/>
              </a:tabLst>
              <a:defRPr sz="750">
                <a:solidFill>
                  <a:schemeClr val="tx1"/>
                </a:solidFill>
                <a:latin typeface="+mn-lt"/>
              </a:defRPr>
            </a:lvl1pPr>
            <a:lvl2pPr marL="5080" indent="0">
              <a:buFontTx/>
              <a:buNone/>
              <a:tabLst>
                <a:tab pos="6281420" algn="r"/>
              </a:tabLst>
              <a:defRPr sz="750"/>
            </a:lvl2pPr>
            <a:lvl3pPr marL="3175" indent="0" defTabSz="675005">
              <a:spcAft>
                <a:spcPts val="675"/>
              </a:spcAft>
              <a:buFontTx/>
              <a:buNone/>
              <a:defRPr sz="750"/>
            </a:lvl3pPr>
            <a:lvl4pPr marL="19685" indent="0">
              <a:buClr>
                <a:schemeClr val="tx1"/>
              </a:buClr>
              <a:buFontTx/>
              <a:buNone/>
              <a:defRPr sz="900"/>
            </a:lvl4pPr>
            <a:lvl5pPr marL="19685" indent="0">
              <a:buClr>
                <a:schemeClr val="tx1"/>
              </a:buClr>
              <a:buSzPct val="100000"/>
              <a:buFontTx/>
              <a:buNone/>
              <a:defRPr sz="900"/>
            </a:lvl5pPr>
          </a:lstStyle>
          <a:p>
            <a:pPr lvl="0"/>
            <a:r>
              <a:rPr lang="en-GB" dirty="0"/>
              <a:t>Second level</a:t>
            </a:r>
            <a:endParaRPr lang="en-GB" dirty="0"/>
          </a:p>
        </p:txBody>
      </p:sp>
      <p:sp>
        <p:nvSpPr>
          <p:cNvPr id="35" name="Text Placeholder 8"/>
          <p:cNvSpPr>
            <a:spLocks noGrp="1"/>
          </p:cNvSpPr>
          <p:nvPr>
            <p:ph type="body" sz="quarter" idx="36" hasCustomPrompt="1"/>
          </p:nvPr>
        </p:nvSpPr>
        <p:spPr>
          <a:xfrm>
            <a:off x="5192993" y="3962249"/>
            <a:ext cx="1135405" cy="874170"/>
          </a:xfrm>
          <a:prstGeom prst="rect">
            <a:avLst/>
          </a:prstGeom>
        </p:spPr>
        <p:txBody>
          <a:bodyPr>
            <a:normAutofit/>
          </a:bodyPr>
          <a:lstStyle>
            <a:lvl1pPr marL="5080" indent="0">
              <a:buFontTx/>
              <a:buNone/>
              <a:tabLst>
                <a:tab pos="6281420" algn="r"/>
              </a:tabLst>
              <a:defRPr sz="750">
                <a:solidFill>
                  <a:schemeClr val="tx1"/>
                </a:solidFill>
                <a:latin typeface="+mn-lt"/>
              </a:defRPr>
            </a:lvl1pPr>
            <a:lvl2pPr marL="5080" indent="0">
              <a:buFontTx/>
              <a:buNone/>
              <a:tabLst>
                <a:tab pos="6281420" algn="r"/>
              </a:tabLst>
              <a:defRPr sz="750"/>
            </a:lvl2pPr>
            <a:lvl3pPr marL="3175" indent="0" defTabSz="675005">
              <a:spcAft>
                <a:spcPts val="675"/>
              </a:spcAft>
              <a:buFontTx/>
              <a:buNone/>
              <a:defRPr sz="750"/>
            </a:lvl3pPr>
            <a:lvl4pPr marL="19685" indent="0">
              <a:buClr>
                <a:schemeClr val="tx1"/>
              </a:buClr>
              <a:buFontTx/>
              <a:buNone/>
              <a:defRPr sz="900"/>
            </a:lvl4pPr>
            <a:lvl5pPr marL="19685" indent="0">
              <a:buClr>
                <a:schemeClr val="tx1"/>
              </a:buClr>
              <a:buSzPct val="100000"/>
              <a:buFontTx/>
              <a:buNone/>
              <a:defRPr sz="900"/>
            </a:lvl5pPr>
          </a:lstStyle>
          <a:p>
            <a:pPr lvl="0"/>
            <a:r>
              <a:rPr lang="en-GB" dirty="0"/>
              <a:t>Second level</a:t>
            </a:r>
            <a:endParaRPr lang="en-GB" dirty="0"/>
          </a:p>
        </p:txBody>
      </p:sp>
      <p:sp>
        <p:nvSpPr>
          <p:cNvPr id="36" name="Text Placeholder 8"/>
          <p:cNvSpPr>
            <a:spLocks noGrp="1"/>
          </p:cNvSpPr>
          <p:nvPr>
            <p:ph type="body" sz="quarter" idx="37" hasCustomPrompt="1"/>
          </p:nvPr>
        </p:nvSpPr>
        <p:spPr>
          <a:xfrm>
            <a:off x="6387250" y="3962249"/>
            <a:ext cx="1135405" cy="874170"/>
          </a:xfrm>
          <a:prstGeom prst="rect">
            <a:avLst/>
          </a:prstGeom>
        </p:spPr>
        <p:txBody>
          <a:bodyPr>
            <a:normAutofit/>
          </a:bodyPr>
          <a:lstStyle>
            <a:lvl1pPr marL="5080" indent="0">
              <a:buFontTx/>
              <a:buNone/>
              <a:tabLst>
                <a:tab pos="6281420" algn="r"/>
              </a:tabLst>
              <a:defRPr sz="750">
                <a:solidFill>
                  <a:schemeClr val="tx1"/>
                </a:solidFill>
                <a:latin typeface="+mn-lt"/>
              </a:defRPr>
            </a:lvl1pPr>
            <a:lvl2pPr marL="5080" indent="0">
              <a:buFontTx/>
              <a:buNone/>
              <a:tabLst>
                <a:tab pos="6281420" algn="r"/>
              </a:tabLst>
              <a:defRPr sz="750"/>
            </a:lvl2pPr>
            <a:lvl3pPr marL="3175" indent="0" defTabSz="675005">
              <a:spcAft>
                <a:spcPts val="675"/>
              </a:spcAft>
              <a:buFontTx/>
              <a:buNone/>
              <a:defRPr sz="750"/>
            </a:lvl3pPr>
            <a:lvl4pPr marL="19685" indent="0">
              <a:buClr>
                <a:schemeClr val="tx1"/>
              </a:buClr>
              <a:buFontTx/>
              <a:buNone/>
              <a:defRPr sz="900"/>
            </a:lvl4pPr>
            <a:lvl5pPr marL="19685" indent="0">
              <a:buClr>
                <a:schemeClr val="tx1"/>
              </a:buClr>
              <a:buSzPct val="100000"/>
              <a:buFontTx/>
              <a:buNone/>
              <a:defRPr sz="900"/>
            </a:lvl5pPr>
          </a:lstStyle>
          <a:p>
            <a:pPr lvl="0"/>
            <a:r>
              <a:rPr lang="en-GB" dirty="0"/>
              <a:t>Second level</a:t>
            </a:r>
            <a:endParaRPr lang="en-GB" dirty="0"/>
          </a:p>
        </p:txBody>
      </p:sp>
      <p:sp>
        <p:nvSpPr>
          <p:cNvPr id="37" name="Text Placeholder 8"/>
          <p:cNvSpPr>
            <a:spLocks noGrp="1"/>
          </p:cNvSpPr>
          <p:nvPr>
            <p:ph type="body" sz="quarter" idx="38" hasCustomPrompt="1"/>
          </p:nvPr>
        </p:nvSpPr>
        <p:spPr>
          <a:xfrm>
            <a:off x="7581507" y="3962249"/>
            <a:ext cx="1135405" cy="874170"/>
          </a:xfrm>
          <a:prstGeom prst="rect">
            <a:avLst/>
          </a:prstGeom>
        </p:spPr>
        <p:txBody>
          <a:bodyPr>
            <a:normAutofit/>
          </a:bodyPr>
          <a:lstStyle>
            <a:lvl1pPr marL="5080" indent="0">
              <a:buFontTx/>
              <a:buNone/>
              <a:tabLst>
                <a:tab pos="6281420" algn="r"/>
              </a:tabLst>
              <a:defRPr sz="750">
                <a:solidFill>
                  <a:schemeClr val="tx1"/>
                </a:solidFill>
                <a:latin typeface="+mn-lt"/>
              </a:defRPr>
            </a:lvl1pPr>
            <a:lvl2pPr marL="5080" indent="0">
              <a:buFontTx/>
              <a:buNone/>
              <a:tabLst>
                <a:tab pos="6281420" algn="r"/>
              </a:tabLst>
              <a:defRPr sz="750"/>
            </a:lvl2pPr>
            <a:lvl3pPr marL="3175" indent="0" defTabSz="675005">
              <a:spcAft>
                <a:spcPts val="675"/>
              </a:spcAft>
              <a:buFontTx/>
              <a:buNone/>
              <a:defRPr sz="750"/>
            </a:lvl3pPr>
            <a:lvl4pPr marL="19685" indent="0">
              <a:buClr>
                <a:schemeClr val="tx1"/>
              </a:buClr>
              <a:buFontTx/>
              <a:buNone/>
              <a:defRPr sz="900"/>
            </a:lvl4pPr>
            <a:lvl5pPr marL="19685" indent="0">
              <a:buClr>
                <a:schemeClr val="tx1"/>
              </a:buClr>
              <a:buSzPct val="100000"/>
              <a:buFontTx/>
              <a:buNone/>
              <a:defRPr sz="900"/>
            </a:lvl5pPr>
          </a:lstStyle>
          <a:p>
            <a:pPr lvl="0"/>
            <a:r>
              <a:rPr lang="en-GB" dirty="0"/>
              <a:t>Second level</a:t>
            </a:r>
            <a:endParaRPr lang="en-GB" dirty="0"/>
          </a:p>
        </p:txBody>
      </p:sp>
      <p:sp>
        <p:nvSpPr>
          <p:cNvPr id="6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20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  <a:endParaRPr lang="en-GB" dirty="0"/>
          </a:p>
        </p:txBody>
      </p:sp>
      <p:sp>
        <p:nvSpPr>
          <p:cNvPr id="8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24" hasCustomPrompt="1"/>
          </p:nvPr>
        </p:nvSpPr>
        <p:spPr>
          <a:xfrm>
            <a:off x="396000" y="1062001"/>
            <a:ext cx="8314264" cy="59979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 marL="8890" indent="0">
              <a:tabLst>
                <a:tab pos="6281420" algn="r"/>
              </a:tabLst>
              <a:defRPr/>
            </a:lvl2pPr>
          </a:lstStyle>
          <a:p>
            <a:pPr lvl="0"/>
            <a:r>
              <a:rPr lang="en-GB" dirty="0"/>
              <a:t>First level</a:t>
            </a:r>
            <a:endParaRPr lang="en-GB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able Placeholder 5"/>
          <p:cNvSpPr>
            <a:spLocks noGrp="1"/>
          </p:cNvSpPr>
          <p:nvPr>
            <p:ph type="tbl" sz="quarter" idx="15"/>
          </p:nvPr>
        </p:nvSpPr>
        <p:spPr>
          <a:xfrm>
            <a:off x="413175" y="1112520"/>
            <a:ext cx="8303788" cy="3295969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14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20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  <a:endParaRPr lang="en-GB" dirty="0"/>
          </a:p>
        </p:txBody>
      </p:sp>
      <p:sp>
        <p:nvSpPr>
          <p:cNvPr id="6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6"/>
          <p:cNvSpPr>
            <a:spLocks noGrp="1"/>
          </p:cNvSpPr>
          <p:nvPr>
            <p:ph type="pic" sz="quarter" idx="24" hasCustomPrompt="1"/>
          </p:nvPr>
        </p:nvSpPr>
        <p:spPr>
          <a:xfrm>
            <a:off x="413175" y="1102576"/>
            <a:ext cx="1255582" cy="7425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  <a:endParaRPr lang="en-US" dirty="0"/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25" hasCustomPrompt="1"/>
          </p:nvPr>
        </p:nvSpPr>
        <p:spPr>
          <a:xfrm>
            <a:off x="1817319" y="1102576"/>
            <a:ext cx="1255582" cy="7425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  <a:endParaRPr lang="en-US" dirty="0"/>
          </a:p>
        </p:txBody>
      </p:sp>
      <p:sp>
        <p:nvSpPr>
          <p:cNvPr id="15" name="Picture Placeholder 6"/>
          <p:cNvSpPr>
            <a:spLocks noGrp="1"/>
          </p:cNvSpPr>
          <p:nvPr>
            <p:ph type="pic" sz="quarter" idx="26" hasCustomPrompt="1"/>
          </p:nvPr>
        </p:nvSpPr>
        <p:spPr>
          <a:xfrm>
            <a:off x="3229150" y="1102576"/>
            <a:ext cx="1255582" cy="7425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  <a:endParaRPr lang="en-US" dirty="0"/>
          </a:p>
        </p:txBody>
      </p:sp>
      <p:sp>
        <p:nvSpPr>
          <p:cNvPr id="16" name="Picture Placeholder 6"/>
          <p:cNvSpPr>
            <a:spLocks noGrp="1"/>
          </p:cNvSpPr>
          <p:nvPr>
            <p:ph type="pic" sz="quarter" idx="27" hasCustomPrompt="1"/>
          </p:nvPr>
        </p:nvSpPr>
        <p:spPr>
          <a:xfrm>
            <a:off x="4640978" y="1102576"/>
            <a:ext cx="1255582" cy="7425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  <a:endParaRPr lang="en-US" dirty="0"/>
          </a:p>
        </p:txBody>
      </p:sp>
      <p:sp>
        <p:nvSpPr>
          <p:cNvPr id="17" name="Picture Placeholder 6"/>
          <p:cNvSpPr>
            <a:spLocks noGrp="1"/>
          </p:cNvSpPr>
          <p:nvPr>
            <p:ph type="pic" sz="quarter" idx="28" hasCustomPrompt="1"/>
          </p:nvPr>
        </p:nvSpPr>
        <p:spPr>
          <a:xfrm>
            <a:off x="6052808" y="1102576"/>
            <a:ext cx="1255582" cy="7425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  <a:endParaRPr lang="en-US" dirty="0"/>
          </a:p>
        </p:txBody>
      </p:sp>
      <p:sp>
        <p:nvSpPr>
          <p:cNvPr id="18" name="Picture Placeholder 6"/>
          <p:cNvSpPr>
            <a:spLocks noGrp="1"/>
          </p:cNvSpPr>
          <p:nvPr>
            <p:ph type="pic" sz="quarter" idx="29" hasCustomPrompt="1"/>
          </p:nvPr>
        </p:nvSpPr>
        <p:spPr>
          <a:xfrm>
            <a:off x="7464638" y="1102576"/>
            <a:ext cx="1255582" cy="7425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  <a:endParaRPr lang="en-US" dirty="0"/>
          </a:p>
        </p:txBody>
      </p:sp>
      <p:sp>
        <p:nvSpPr>
          <p:cNvPr id="38" name="Picture Placeholder 6"/>
          <p:cNvSpPr>
            <a:spLocks noGrp="1"/>
          </p:cNvSpPr>
          <p:nvPr>
            <p:ph type="pic" sz="quarter" idx="30" hasCustomPrompt="1"/>
          </p:nvPr>
        </p:nvSpPr>
        <p:spPr>
          <a:xfrm>
            <a:off x="400152" y="1994116"/>
            <a:ext cx="1255582" cy="7425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  <a:endParaRPr lang="en-US" dirty="0"/>
          </a:p>
        </p:txBody>
      </p:sp>
      <p:sp>
        <p:nvSpPr>
          <p:cNvPr id="39" name="Picture Placeholder 6"/>
          <p:cNvSpPr>
            <a:spLocks noGrp="1"/>
          </p:cNvSpPr>
          <p:nvPr>
            <p:ph type="pic" sz="quarter" idx="31" hasCustomPrompt="1"/>
          </p:nvPr>
        </p:nvSpPr>
        <p:spPr>
          <a:xfrm>
            <a:off x="1811982" y="1994116"/>
            <a:ext cx="1255582" cy="7425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  <a:endParaRPr lang="en-US" dirty="0"/>
          </a:p>
        </p:txBody>
      </p:sp>
      <p:sp>
        <p:nvSpPr>
          <p:cNvPr id="40" name="Picture Placeholder 6"/>
          <p:cNvSpPr>
            <a:spLocks noGrp="1"/>
          </p:cNvSpPr>
          <p:nvPr>
            <p:ph type="pic" sz="quarter" idx="32" hasCustomPrompt="1"/>
          </p:nvPr>
        </p:nvSpPr>
        <p:spPr>
          <a:xfrm>
            <a:off x="3223811" y="1994116"/>
            <a:ext cx="1255582" cy="7425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  <a:endParaRPr lang="en-US" dirty="0"/>
          </a:p>
        </p:txBody>
      </p:sp>
      <p:sp>
        <p:nvSpPr>
          <p:cNvPr id="41" name="Picture Placeholder 6"/>
          <p:cNvSpPr>
            <a:spLocks noGrp="1"/>
          </p:cNvSpPr>
          <p:nvPr>
            <p:ph type="pic" sz="quarter" idx="33" hasCustomPrompt="1"/>
          </p:nvPr>
        </p:nvSpPr>
        <p:spPr>
          <a:xfrm>
            <a:off x="4635639" y="1994116"/>
            <a:ext cx="1255582" cy="7425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  <a:endParaRPr lang="en-US" dirty="0"/>
          </a:p>
        </p:txBody>
      </p:sp>
      <p:sp>
        <p:nvSpPr>
          <p:cNvPr id="42" name="Picture Placeholder 6"/>
          <p:cNvSpPr>
            <a:spLocks noGrp="1"/>
          </p:cNvSpPr>
          <p:nvPr>
            <p:ph type="pic" sz="quarter" idx="34" hasCustomPrompt="1"/>
          </p:nvPr>
        </p:nvSpPr>
        <p:spPr>
          <a:xfrm>
            <a:off x="6047469" y="1994116"/>
            <a:ext cx="1255582" cy="7425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  <a:endParaRPr lang="en-US" dirty="0"/>
          </a:p>
        </p:txBody>
      </p:sp>
      <p:sp>
        <p:nvSpPr>
          <p:cNvPr id="43" name="Picture Placeholder 6"/>
          <p:cNvSpPr>
            <a:spLocks noGrp="1"/>
          </p:cNvSpPr>
          <p:nvPr>
            <p:ph type="pic" sz="quarter" idx="35" hasCustomPrompt="1"/>
          </p:nvPr>
        </p:nvSpPr>
        <p:spPr>
          <a:xfrm>
            <a:off x="7459299" y="1994116"/>
            <a:ext cx="1255582" cy="7425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  <a:endParaRPr lang="en-US" dirty="0"/>
          </a:p>
        </p:txBody>
      </p:sp>
      <p:sp>
        <p:nvSpPr>
          <p:cNvPr id="56" name="Picture Placeholder 6"/>
          <p:cNvSpPr>
            <a:spLocks noGrp="1"/>
          </p:cNvSpPr>
          <p:nvPr>
            <p:ph type="pic" sz="quarter" idx="36" hasCustomPrompt="1"/>
          </p:nvPr>
        </p:nvSpPr>
        <p:spPr>
          <a:xfrm>
            <a:off x="400152" y="2885656"/>
            <a:ext cx="1255582" cy="7425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  <a:endParaRPr lang="en-US" dirty="0"/>
          </a:p>
        </p:txBody>
      </p:sp>
      <p:sp>
        <p:nvSpPr>
          <p:cNvPr id="57" name="Picture Placeholder 6"/>
          <p:cNvSpPr>
            <a:spLocks noGrp="1"/>
          </p:cNvSpPr>
          <p:nvPr>
            <p:ph type="pic" sz="quarter" idx="37" hasCustomPrompt="1"/>
          </p:nvPr>
        </p:nvSpPr>
        <p:spPr>
          <a:xfrm>
            <a:off x="1811982" y="2885656"/>
            <a:ext cx="1255582" cy="7425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  <a:endParaRPr lang="en-US" dirty="0"/>
          </a:p>
        </p:txBody>
      </p:sp>
      <p:sp>
        <p:nvSpPr>
          <p:cNvPr id="58" name="Picture Placeholder 6"/>
          <p:cNvSpPr>
            <a:spLocks noGrp="1"/>
          </p:cNvSpPr>
          <p:nvPr>
            <p:ph type="pic" sz="quarter" idx="38" hasCustomPrompt="1"/>
          </p:nvPr>
        </p:nvSpPr>
        <p:spPr>
          <a:xfrm>
            <a:off x="3223811" y="2885656"/>
            <a:ext cx="1255582" cy="7425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  <a:endParaRPr lang="en-US" dirty="0"/>
          </a:p>
        </p:txBody>
      </p:sp>
      <p:sp>
        <p:nvSpPr>
          <p:cNvPr id="59" name="Picture Placeholder 6"/>
          <p:cNvSpPr>
            <a:spLocks noGrp="1"/>
          </p:cNvSpPr>
          <p:nvPr>
            <p:ph type="pic" sz="quarter" idx="39" hasCustomPrompt="1"/>
          </p:nvPr>
        </p:nvSpPr>
        <p:spPr>
          <a:xfrm>
            <a:off x="4635639" y="2885656"/>
            <a:ext cx="1255582" cy="7425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  <a:endParaRPr lang="en-US" dirty="0"/>
          </a:p>
        </p:txBody>
      </p:sp>
      <p:sp>
        <p:nvSpPr>
          <p:cNvPr id="60" name="Picture Placeholder 6"/>
          <p:cNvSpPr>
            <a:spLocks noGrp="1"/>
          </p:cNvSpPr>
          <p:nvPr>
            <p:ph type="pic" sz="quarter" idx="40" hasCustomPrompt="1"/>
          </p:nvPr>
        </p:nvSpPr>
        <p:spPr>
          <a:xfrm>
            <a:off x="6047469" y="2885656"/>
            <a:ext cx="1255582" cy="7425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  <a:endParaRPr lang="en-US" dirty="0"/>
          </a:p>
        </p:txBody>
      </p:sp>
      <p:sp>
        <p:nvSpPr>
          <p:cNvPr id="61" name="Picture Placeholder 6"/>
          <p:cNvSpPr>
            <a:spLocks noGrp="1"/>
          </p:cNvSpPr>
          <p:nvPr>
            <p:ph type="pic" sz="quarter" idx="41" hasCustomPrompt="1"/>
          </p:nvPr>
        </p:nvSpPr>
        <p:spPr>
          <a:xfrm>
            <a:off x="7459299" y="2885656"/>
            <a:ext cx="1255582" cy="7425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  <a:endParaRPr lang="en-US" dirty="0"/>
          </a:p>
        </p:txBody>
      </p:sp>
      <p:sp>
        <p:nvSpPr>
          <p:cNvPr id="62" name="Picture Placeholder 6"/>
          <p:cNvSpPr>
            <a:spLocks noGrp="1"/>
          </p:cNvSpPr>
          <p:nvPr>
            <p:ph type="pic" sz="quarter" idx="42" hasCustomPrompt="1"/>
          </p:nvPr>
        </p:nvSpPr>
        <p:spPr>
          <a:xfrm>
            <a:off x="400152" y="3777196"/>
            <a:ext cx="1255582" cy="7425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  <a:endParaRPr lang="en-US" dirty="0"/>
          </a:p>
        </p:txBody>
      </p:sp>
      <p:sp>
        <p:nvSpPr>
          <p:cNvPr id="63" name="Picture Placeholder 6"/>
          <p:cNvSpPr>
            <a:spLocks noGrp="1"/>
          </p:cNvSpPr>
          <p:nvPr>
            <p:ph type="pic" sz="quarter" idx="43" hasCustomPrompt="1"/>
          </p:nvPr>
        </p:nvSpPr>
        <p:spPr>
          <a:xfrm>
            <a:off x="1811982" y="3777196"/>
            <a:ext cx="1255582" cy="7425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  <a:endParaRPr lang="en-US" dirty="0"/>
          </a:p>
        </p:txBody>
      </p:sp>
      <p:sp>
        <p:nvSpPr>
          <p:cNvPr id="64" name="Picture Placeholder 6"/>
          <p:cNvSpPr>
            <a:spLocks noGrp="1"/>
          </p:cNvSpPr>
          <p:nvPr>
            <p:ph type="pic" sz="quarter" idx="44" hasCustomPrompt="1"/>
          </p:nvPr>
        </p:nvSpPr>
        <p:spPr>
          <a:xfrm>
            <a:off x="3223811" y="3777196"/>
            <a:ext cx="1255582" cy="7425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  <a:endParaRPr lang="en-US" dirty="0"/>
          </a:p>
        </p:txBody>
      </p:sp>
      <p:sp>
        <p:nvSpPr>
          <p:cNvPr id="65" name="Picture Placeholder 6"/>
          <p:cNvSpPr>
            <a:spLocks noGrp="1"/>
          </p:cNvSpPr>
          <p:nvPr>
            <p:ph type="pic" sz="quarter" idx="45" hasCustomPrompt="1"/>
          </p:nvPr>
        </p:nvSpPr>
        <p:spPr>
          <a:xfrm>
            <a:off x="4635639" y="3777196"/>
            <a:ext cx="1255582" cy="7425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  <a:endParaRPr lang="en-US" dirty="0"/>
          </a:p>
        </p:txBody>
      </p:sp>
      <p:sp>
        <p:nvSpPr>
          <p:cNvPr id="66" name="Picture Placeholder 6"/>
          <p:cNvSpPr>
            <a:spLocks noGrp="1"/>
          </p:cNvSpPr>
          <p:nvPr>
            <p:ph type="pic" sz="quarter" idx="46" hasCustomPrompt="1"/>
          </p:nvPr>
        </p:nvSpPr>
        <p:spPr>
          <a:xfrm>
            <a:off x="6047469" y="3777196"/>
            <a:ext cx="1255582" cy="7425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  <a:endParaRPr lang="en-US" dirty="0"/>
          </a:p>
        </p:txBody>
      </p:sp>
      <p:sp>
        <p:nvSpPr>
          <p:cNvPr id="67" name="Picture Placeholder 6"/>
          <p:cNvSpPr>
            <a:spLocks noGrp="1"/>
          </p:cNvSpPr>
          <p:nvPr>
            <p:ph type="pic" sz="quarter" idx="47" hasCustomPrompt="1"/>
          </p:nvPr>
        </p:nvSpPr>
        <p:spPr>
          <a:xfrm>
            <a:off x="7459299" y="3777196"/>
            <a:ext cx="1255582" cy="7425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  <a:endParaRPr lang="en-US" dirty="0"/>
          </a:p>
        </p:txBody>
      </p:sp>
      <p:pic>
        <p:nvPicPr>
          <p:cNvPr id="70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18881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  <a:endParaRPr lang="en-GB" dirty="0"/>
          </a:p>
        </p:txBody>
      </p:sp>
      <p:sp>
        <p:nvSpPr>
          <p:cNvPr id="12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lthcare sec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6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" b="25"/>
          <a:stretch>
            <a:fillRect/>
          </a:stretch>
        </p:blipFill>
        <p:spPr>
          <a:xfrm>
            <a:off x="-18048" y="-21121"/>
            <a:ext cx="9216000" cy="5184000"/>
          </a:xfrm>
          <a:prstGeom prst="rect">
            <a:avLst/>
          </a:prstGeom>
        </p:spPr>
      </p:pic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396001" y="1533601"/>
            <a:ext cx="60474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algn="l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altLang="zh-TW" sz="2400" b="0" i="0" u="none" strike="noStrike" kern="1200" cap="none" spc="0" normalizeH="0" baseline="0" dirty="0">
                <a:ln>
                  <a:noFill/>
                </a:ln>
                <a:solidFill>
                  <a:srgbClr val="465A6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Unified for</a:t>
            </a:r>
            <a:endParaRPr kumimoji="0" lang="en-US" altLang="zh-TW" sz="2400" b="0" i="0" u="none" strike="noStrike" kern="1200" cap="none" spc="0" normalizeH="0" baseline="0" dirty="0">
              <a:ln>
                <a:noFill/>
              </a:ln>
              <a:solidFill>
                <a:srgbClr val="465A6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TextBox 4"/>
          <p:cNvSpPr txBox="1">
            <a:spLocks noChangeArrowheads="1"/>
          </p:cNvSpPr>
          <p:nvPr userDrawn="1"/>
        </p:nvSpPr>
        <p:spPr bwMode="auto">
          <a:xfrm>
            <a:off x="396001" y="1908058"/>
            <a:ext cx="60474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algn="l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altLang="zh-TW" sz="2400" b="1" i="0" u="none" strike="noStrike" kern="1200" cap="none" spc="0" normalizeH="0" baseline="0" dirty="0">
                <a:ln>
                  <a:noFill/>
                </a:ln>
                <a:solidFill>
                  <a:srgbClr val="005AAA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healthcare sector</a:t>
            </a:r>
            <a:endParaRPr kumimoji="0" lang="en-US" altLang="zh-TW" sz="2400" b="1" i="0" u="none" strike="noStrike" kern="1200" cap="none" spc="0" normalizeH="0" baseline="0" dirty="0">
              <a:ln>
                <a:noFill/>
              </a:ln>
              <a:solidFill>
                <a:srgbClr val="005AAA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7" name="TextBox 4"/>
          <p:cNvSpPr txBox="1">
            <a:spLocks noChangeArrowheads="1"/>
          </p:cNvSpPr>
          <p:nvPr userDrawn="1"/>
        </p:nvSpPr>
        <p:spPr bwMode="auto">
          <a:xfrm>
            <a:off x="396001" y="2282401"/>
            <a:ext cx="60474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algn="l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altLang="zh-TW" sz="2400" b="0" i="0" u="none" strike="noStrike" kern="1200" cap="none" spc="0" normalizeH="0" baseline="0" dirty="0">
                <a:ln>
                  <a:noFill/>
                </a:ln>
                <a:solidFill>
                  <a:srgbClr val="465A6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success</a:t>
            </a:r>
            <a:endParaRPr kumimoji="0" lang="en-US" altLang="zh-TW" sz="2400" b="0" i="0" u="none" strike="noStrike" kern="1200" cap="none" spc="0" normalizeH="0" baseline="0" dirty="0">
              <a:ln>
                <a:noFill/>
              </a:ln>
              <a:solidFill>
                <a:srgbClr val="465A6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ducation sec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8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" b="25"/>
          <a:stretch>
            <a:fillRect/>
          </a:stretch>
        </p:blipFill>
        <p:spPr>
          <a:xfrm>
            <a:off x="-18048" y="-21121"/>
            <a:ext cx="9216000" cy="5184000"/>
          </a:xfrm>
          <a:prstGeom prst="rect">
            <a:avLst/>
          </a:prstGeom>
        </p:spPr>
      </p:pic>
      <p:sp>
        <p:nvSpPr>
          <p:cNvPr id="3" name="TextBox 2"/>
          <p:cNvSpPr txBox="1">
            <a:spLocks noChangeArrowheads="1"/>
          </p:cNvSpPr>
          <p:nvPr userDrawn="1"/>
        </p:nvSpPr>
        <p:spPr bwMode="auto">
          <a:xfrm>
            <a:off x="396001" y="1533601"/>
            <a:ext cx="60474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algn="l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altLang="zh-TW" sz="2400" b="0" i="0" u="none" strike="noStrike" kern="1200" cap="none" spc="0" normalizeH="0" baseline="0" dirty="0">
                <a:ln>
                  <a:noFill/>
                </a:ln>
                <a:solidFill>
                  <a:srgbClr val="465A6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Unified for</a:t>
            </a:r>
            <a:endParaRPr kumimoji="0" lang="en-US" altLang="zh-TW" sz="2400" b="0" i="0" u="none" strike="noStrike" kern="1200" cap="none" spc="0" normalizeH="0" baseline="0" dirty="0">
              <a:ln>
                <a:noFill/>
              </a:ln>
              <a:solidFill>
                <a:srgbClr val="465A6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396001" y="1908058"/>
            <a:ext cx="60474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algn="l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altLang="zh-TW" sz="2400" b="1" i="0" u="none" strike="noStrike" kern="1200" cap="none" spc="0" normalizeH="0" baseline="0" dirty="0">
                <a:ln>
                  <a:noFill/>
                </a:ln>
                <a:solidFill>
                  <a:srgbClr val="005AAA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education sector</a:t>
            </a:r>
            <a:endParaRPr kumimoji="0" lang="en-US" altLang="zh-TW" sz="2400" b="1" i="0" u="none" strike="noStrike" kern="1200" cap="none" spc="0" normalizeH="0" baseline="0" dirty="0">
              <a:ln>
                <a:noFill/>
              </a:ln>
              <a:solidFill>
                <a:srgbClr val="005AAA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5" name="TextBox 4"/>
          <p:cNvSpPr txBox="1">
            <a:spLocks noChangeArrowheads="1"/>
          </p:cNvSpPr>
          <p:nvPr userDrawn="1"/>
        </p:nvSpPr>
        <p:spPr bwMode="auto">
          <a:xfrm>
            <a:off x="396001" y="2282401"/>
            <a:ext cx="60474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algn="l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altLang="zh-TW" sz="2400" b="0" i="0" u="none" strike="noStrike" kern="1200" cap="none" spc="0" normalizeH="0" baseline="0" dirty="0">
                <a:ln>
                  <a:noFill/>
                </a:ln>
                <a:solidFill>
                  <a:srgbClr val="465A6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success</a:t>
            </a:r>
            <a:endParaRPr kumimoji="0" lang="en-US" altLang="zh-TW" sz="2400" b="0" i="0" u="none" strike="noStrike" kern="1200" cap="none" spc="0" normalizeH="0" baseline="0" dirty="0">
              <a:ln>
                <a:noFill/>
              </a:ln>
              <a:solidFill>
                <a:srgbClr val="465A6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viation sec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8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" b="25"/>
          <a:stretch>
            <a:fillRect/>
          </a:stretch>
        </p:blipFill>
        <p:spPr>
          <a:xfrm>
            <a:off x="-18048" y="-21121"/>
            <a:ext cx="9216000" cy="5184000"/>
          </a:xfrm>
          <a:prstGeom prst="rect">
            <a:avLst/>
          </a:prstGeom>
        </p:spPr>
      </p:pic>
      <p:sp>
        <p:nvSpPr>
          <p:cNvPr id="8" name="TextBox 7"/>
          <p:cNvSpPr txBox="1">
            <a:spLocks noChangeArrowheads="1"/>
          </p:cNvSpPr>
          <p:nvPr userDrawn="1"/>
        </p:nvSpPr>
        <p:spPr bwMode="auto">
          <a:xfrm>
            <a:off x="396001" y="1533601"/>
            <a:ext cx="60474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algn="l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altLang="zh-TW" sz="2400" b="0" i="0" u="none" strike="noStrike" kern="1200" cap="none" spc="0" normalizeH="0" baseline="0" dirty="0">
                <a:ln>
                  <a:noFill/>
                </a:ln>
                <a:solidFill>
                  <a:srgbClr val="465A6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Unified for</a:t>
            </a:r>
            <a:endParaRPr kumimoji="0" lang="en-US" altLang="zh-TW" sz="2400" b="0" i="0" u="none" strike="noStrike" kern="1200" cap="none" spc="0" normalizeH="0" baseline="0" dirty="0">
              <a:ln>
                <a:noFill/>
              </a:ln>
              <a:solidFill>
                <a:srgbClr val="465A6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" name="TextBox 8"/>
          <p:cNvSpPr txBox="1">
            <a:spLocks noChangeArrowheads="1"/>
          </p:cNvSpPr>
          <p:nvPr userDrawn="1"/>
        </p:nvSpPr>
        <p:spPr bwMode="auto">
          <a:xfrm>
            <a:off x="396001" y="1908058"/>
            <a:ext cx="60474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algn="l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altLang="zh-TW" sz="2400" b="1" i="0" u="none" strike="noStrike" kern="1200" cap="none" spc="0" normalizeH="0" baseline="0" dirty="0">
                <a:ln>
                  <a:noFill/>
                </a:ln>
                <a:solidFill>
                  <a:srgbClr val="005AAA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aviation sector</a:t>
            </a:r>
            <a:endParaRPr kumimoji="0" lang="en-US" altLang="zh-TW" sz="2400" b="1" i="0" u="none" strike="noStrike" kern="1200" cap="none" spc="0" normalizeH="0" baseline="0" dirty="0">
              <a:ln>
                <a:noFill/>
              </a:ln>
              <a:solidFill>
                <a:srgbClr val="005AAA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0" name="TextBox 9"/>
          <p:cNvSpPr txBox="1">
            <a:spLocks noChangeArrowheads="1"/>
          </p:cNvSpPr>
          <p:nvPr userDrawn="1"/>
        </p:nvSpPr>
        <p:spPr bwMode="auto">
          <a:xfrm>
            <a:off x="396001" y="2282401"/>
            <a:ext cx="60474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algn="l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altLang="zh-TW" sz="2400" b="0" i="0" u="none" strike="noStrike" kern="1200" cap="none" spc="0" normalizeH="0" baseline="0" dirty="0">
                <a:ln>
                  <a:noFill/>
                </a:ln>
                <a:solidFill>
                  <a:srgbClr val="465A6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success</a:t>
            </a:r>
            <a:endParaRPr kumimoji="0" lang="en-US" altLang="zh-TW" sz="2400" b="0" i="0" u="none" strike="noStrike" kern="1200" cap="none" spc="0" normalizeH="0" baseline="0" dirty="0">
              <a:ln>
                <a:noFill/>
              </a:ln>
              <a:solidFill>
                <a:srgbClr val="465A6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SFI sec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6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" b="25"/>
          <a:stretch>
            <a:fillRect/>
          </a:stretch>
        </p:blipFill>
        <p:spPr>
          <a:xfrm>
            <a:off x="-18048" y="-21121"/>
            <a:ext cx="9216000" cy="5184000"/>
          </a:xfrm>
          <a:prstGeom prst="rect">
            <a:avLst/>
          </a:prstGeom>
        </p:spPr>
      </p:pic>
      <p:sp>
        <p:nvSpPr>
          <p:cNvPr id="11" name="TextBox 10"/>
          <p:cNvSpPr txBox="1">
            <a:spLocks noChangeArrowheads="1"/>
          </p:cNvSpPr>
          <p:nvPr userDrawn="1"/>
        </p:nvSpPr>
        <p:spPr bwMode="auto">
          <a:xfrm>
            <a:off x="396001" y="1533601"/>
            <a:ext cx="60474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algn="l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altLang="zh-TW" sz="2400" b="0" i="0" u="none" strike="noStrike" kern="1200" cap="none" spc="0" normalizeH="0" baseline="0" dirty="0">
                <a:ln>
                  <a:noFill/>
                </a:ln>
                <a:solidFill>
                  <a:srgbClr val="465A6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Unified for</a:t>
            </a:r>
            <a:endParaRPr kumimoji="0" lang="en-US" altLang="zh-TW" sz="2400" b="0" i="0" u="none" strike="noStrike" kern="1200" cap="none" spc="0" normalizeH="0" baseline="0" dirty="0">
              <a:ln>
                <a:noFill/>
              </a:ln>
              <a:solidFill>
                <a:srgbClr val="465A6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" name="TextBox 11"/>
          <p:cNvSpPr txBox="1">
            <a:spLocks noChangeArrowheads="1"/>
          </p:cNvSpPr>
          <p:nvPr userDrawn="1"/>
        </p:nvSpPr>
        <p:spPr bwMode="auto">
          <a:xfrm>
            <a:off x="396001" y="1908058"/>
            <a:ext cx="60474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algn="l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altLang="zh-TW" sz="2400" b="1" i="0" u="none" strike="noStrike" kern="1200" cap="none" spc="0" normalizeH="0" baseline="0" dirty="0">
                <a:ln>
                  <a:noFill/>
                </a:ln>
                <a:solidFill>
                  <a:srgbClr val="005AAA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BFSI sector</a:t>
            </a:r>
            <a:endParaRPr kumimoji="0" lang="en-US" altLang="zh-TW" sz="2400" b="1" i="0" u="none" strike="noStrike" kern="1200" cap="none" spc="0" normalizeH="0" baseline="0" dirty="0">
              <a:ln>
                <a:noFill/>
              </a:ln>
              <a:solidFill>
                <a:srgbClr val="005AAA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3" name="TextBox 12"/>
          <p:cNvSpPr txBox="1">
            <a:spLocks noChangeArrowheads="1"/>
          </p:cNvSpPr>
          <p:nvPr userDrawn="1"/>
        </p:nvSpPr>
        <p:spPr bwMode="auto">
          <a:xfrm>
            <a:off x="396001" y="2282401"/>
            <a:ext cx="60474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algn="l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altLang="zh-TW" sz="2400" b="0" i="0" u="none" strike="noStrike" kern="1200" cap="none" spc="0" normalizeH="0" baseline="0" dirty="0">
                <a:ln>
                  <a:noFill/>
                </a:ln>
                <a:solidFill>
                  <a:srgbClr val="465A6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success</a:t>
            </a:r>
            <a:endParaRPr kumimoji="0" lang="en-US" altLang="zh-TW" sz="2400" b="0" i="0" u="none" strike="noStrike" kern="1200" cap="none" spc="0" normalizeH="0" baseline="0" dirty="0">
              <a:ln>
                <a:noFill/>
              </a:ln>
              <a:solidFill>
                <a:srgbClr val="465A6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overnment sec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6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" b="25"/>
          <a:stretch>
            <a:fillRect/>
          </a:stretch>
        </p:blipFill>
        <p:spPr>
          <a:xfrm>
            <a:off x="-18048" y="-21121"/>
            <a:ext cx="9216000" cy="5184000"/>
          </a:xfrm>
          <a:prstGeom prst="rect">
            <a:avLst/>
          </a:prstGeom>
        </p:spPr>
      </p:pic>
      <p:sp>
        <p:nvSpPr>
          <p:cNvPr id="3" name="TextBox 2"/>
          <p:cNvSpPr txBox="1">
            <a:spLocks noChangeArrowheads="1"/>
          </p:cNvSpPr>
          <p:nvPr userDrawn="1"/>
        </p:nvSpPr>
        <p:spPr bwMode="auto">
          <a:xfrm>
            <a:off x="396001" y="1533601"/>
            <a:ext cx="60474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algn="l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altLang="zh-TW" sz="2400" b="0" i="0" u="none" strike="noStrike" kern="1200" cap="none" spc="0" normalizeH="0" baseline="0" dirty="0">
                <a:ln>
                  <a:noFill/>
                </a:ln>
                <a:solidFill>
                  <a:srgbClr val="465A6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Unified for</a:t>
            </a:r>
            <a:endParaRPr kumimoji="0" lang="en-US" altLang="zh-TW" sz="2400" b="0" i="0" u="none" strike="noStrike" kern="1200" cap="none" spc="0" normalizeH="0" baseline="0" dirty="0">
              <a:ln>
                <a:noFill/>
              </a:ln>
              <a:solidFill>
                <a:srgbClr val="465A6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TextBox 4"/>
          <p:cNvSpPr txBox="1">
            <a:spLocks noChangeArrowheads="1"/>
          </p:cNvSpPr>
          <p:nvPr userDrawn="1"/>
        </p:nvSpPr>
        <p:spPr bwMode="auto">
          <a:xfrm>
            <a:off x="396001" y="1908058"/>
            <a:ext cx="60474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algn="l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altLang="zh-TW" sz="2400" b="1" i="0" u="none" strike="noStrike" kern="1200" cap="none" spc="0" normalizeH="0" baseline="0" dirty="0">
                <a:ln>
                  <a:noFill/>
                </a:ln>
                <a:solidFill>
                  <a:srgbClr val="005AAA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government sector</a:t>
            </a:r>
            <a:endParaRPr kumimoji="0" lang="en-US" altLang="zh-TW" sz="2400" b="1" i="0" u="none" strike="noStrike" kern="1200" cap="none" spc="0" normalizeH="0" baseline="0" dirty="0">
              <a:ln>
                <a:noFill/>
              </a:ln>
              <a:solidFill>
                <a:srgbClr val="005AAA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7" name="TextBox 6"/>
          <p:cNvSpPr txBox="1">
            <a:spLocks noChangeArrowheads="1"/>
          </p:cNvSpPr>
          <p:nvPr userDrawn="1"/>
        </p:nvSpPr>
        <p:spPr bwMode="auto">
          <a:xfrm>
            <a:off x="396001" y="2282401"/>
            <a:ext cx="60474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algn="l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altLang="zh-TW" sz="2400" b="0" i="0" u="none" strike="noStrike" kern="1200" cap="none" spc="0" normalizeH="0" baseline="0" dirty="0">
                <a:ln>
                  <a:noFill/>
                </a:ln>
                <a:solidFill>
                  <a:srgbClr val="465A6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success</a:t>
            </a:r>
            <a:endParaRPr kumimoji="0" lang="en-US" altLang="zh-TW" sz="2400" b="0" i="0" u="none" strike="noStrike" kern="1200" cap="none" spc="0" normalizeH="0" baseline="0" dirty="0">
              <a:ln>
                <a:noFill/>
              </a:ln>
              <a:solidFill>
                <a:srgbClr val="465A6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ther sec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6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" b="25"/>
          <a:stretch>
            <a:fillRect/>
          </a:stretch>
        </p:blipFill>
        <p:spPr>
          <a:xfrm>
            <a:off x="-18048" y="-21121"/>
            <a:ext cx="9216000" cy="5184000"/>
          </a:xfrm>
          <a:prstGeom prst="rect">
            <a:avLst/>
          </a:prstGeom>
        </p:spPr>
      </p:pic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396001" y="1533601"/>
            <a:ext cx="60474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algn="l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altLang="zh-TW" sz="2400" b="0" i="0" u="none" strike="noStrike" kern="1200" cap="none" spc="0" normalizeH="0" baseline="0" dirty="0">
                <a:ln>
                  <a:noFill/>
                </a:ln>
                <a:solidFill>
                  <a:srgbClr val="465A6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Unified for</a:t>
            </a:r>
            <a:endParaRPr kumimoji="0" lang="en-US" altLang="zh-TW" sz="2400" b="0" i="0" u="none" strike="noStrike" kern="1200" cap="none" spc="0" normalizeH="0" baseline="0" dirty="0">
              <a:ln>
                <a:noFill/>
              </a:ln>
              <a:solidFill>
                <a:srgbClr val="465A6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TextBox 6"/>
          <p:cNvSpPr txBox="1">
            <a:spLocks noChangeArrowheads="1"/>
          </p:cNvSpPr>
          <p:nvPr userDrawn="1"/>
        </p:nvSpPr>
        <p:spPr bwMode="auto">
          <a:xfrm>
            <a:off x="396001" y="2282401"/>
            <a:ext cx="60474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algn="l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altLang="zh-TW" sz="2400" b="0" i="0" u="none" strike="noStrike" kern="1200" cap="none" spc="0" normalizeH="0" baseline="0" dirty="0">
                <a:ln>
                  <a:noFill/>
                </a:ln>
                <a:solidFill>
                  <a:srgbClr val="465A6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success</a:t>
            </a:r>
            <a:endParaRPr kumimoji="0" lang="en-US" altLang="zh-TW" sz="2400" b="0" i="0" u="none" strike="noStrike" kern="1200" cap="none" spc="0" normalizeH="0" baseline="0" dirty="0">
              <a:ln>
                <a:noFill/>
              </a:ln>
              <a:solidFill>
                <a:srgbClr val="465A6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6" name="Text Placeholder 14"/>
          <p:cNvSpPr>
            <a:spLocks noGrp="1"/>
          </p:cNvSpPr>
          <p:nvPr>
            <p:ph type="body" sz="quarter" idx="12" hasCustomPrompt="1"/>
          </p:nvPr>
        </p:nvSpPr>
        <p:spPr>
          <a:xfrm>
            <a:off x="395445" y="1908057"/>
            <a:ext cx="6048000" cy="378000"/>
          </a:xfrm>
        </p:spPr>
        <p:txBody>
          <a:bodyPr>
            <a:normAutofit/>
          </a:bodyPr>
          <a:lstStyle>
            <a:lvl1pPr>
              <a:defRPr sz="2400" b="1">
                <a:latin typeface="+mj-lt"/>
              </a:defRPr>
            </a:lvl1pPr>
          </a:lstStyle>
          <a:p>
            <a:pPr lvl="0"/>
            <a:r>
              <a:rPr lang="en-US" dirty="0"/>
              <a:t>&lt;XXXX&gt; sector</a:t>
            </a:r>
            <a:endParaRPr 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background with blue lines&#10;&#10;Description automatically generated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00" y="0"/>
            <a:ext cx="9145700" cy="5143500"/>
          </a:xfrm>
          <a:prstGeom prst="rect">
            <a:avLst/>
          </a:prstGeom>
        </p:spPr>
      </p:pic>
      <p:pic>
        <p:nvPicPr>
          <p:cNvPr id="7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10433" y="4852991"/>
            <a:ext cx="809678" cy="191184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0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396001" y="1533599"/>
            <a:ext cx="4595100" cy="32384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2"/>
                </a:solidFill>
                <a:latin typeface="+mj-lt"/>
              </a:defRPr>
            </a:lvl1pPr>
            <a:lvl2pPr marL="6985" indent="16510">
              <a:lnSpc>
                <a:spcPct val="100000"/>
              </a:lnSpc>
              <a:buNone/>
              <a:defRPr sz="2100" baseline="0">
                <a:solidFill>
                  <a:schemeClr val="bg1"/>
                </a:solidFill>
              </a:defRPr>
            </a:lvl2pPr>
            <a:lvl3pPr marL="517525" indent="-483870">
              <a:lnSpc>
                <a:spcPct val="150000"/>
              </a:lnSpc>
              <a:buNone/>
              <a:defRPr sz="900">
                <a:solidFill>
                  <a:schemeClr val="tx1"/>
                </a:solidFill>
                <a:latin typeface="+mj-lt"/>
              </a:defRPr>
            </a:lvl3pPr>
            <a:lvl4pPr marL="323850" indent="0">
              <a:buNone/>
              <a:defRPr/>
            </a:lvl4pPr>
            <a:lvl5pPr marL="323850" indent="0">
              <a:buNone/>
              <a:defRPr/>
            </a:lvl5pPr>
          </a:lstStyle>
          <a:p>
            <a:r>
              <a:rPr lang="en-US" dirty="0"/>
              <a:t>Development (Dev)</a:t>
            </a:r>
            <a:endParaRPr lang="en-US" dirty="0"/>
          </a:p>
          <a:p>
            <a:pPr lvl="1"/>
            <a:r>
              <a:rPr lang="en-US" dirty="0">
                <a:solidFill>
                  <a:schemeClr val="bg1"/>
                </a:solidFill>
              </a:rPr>
              <a:t>A solution innovator in offering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holistic business solutions to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accelerate customers’ digital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transformation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/>
          </a:p>
        </p:txBody>
      </p:sp>
      <p:pic>
        <p:nvPicPr>
          <p:cNvPr id="2" name="Picture Placeholder 8"/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-4078" b="-4078"/>
          <a:stretch>
            <a:fillRect/>
          </a:stretch>
        </p:blipFill>
        <p:spPr>
          <a:xfrm>
            <a:off x="6635548" y="1483043"/>
            <a:ext cx="1680319" cy="181737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background with blue lines&#10;&#10;Description automatically generated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00" y="0"/>
            <a:ext cx="9145700" cy="5143500"/>
          </a:xfrm>
          <a:prstGeom prst="rect">
            <a:avLst/>
          </a:prstGeom>
        </p:spPr>
      </p:pic>
      <p:pic>
        <p:nvPicPr>
          <p:cNvPr id="7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10433" y="4852991"/>
            <a:ext cx="809678" cy="191184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0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396001" y="1533599"/>
            <a:ext cx="4595100" cy="32384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2"/>
                </a:solidFill>
                <a:latin typeface="+mj-lt"/>
              </a:defRPr>
            </a:lvl1pPr>
            <a:lvl2pPr marL="6985" indent="16510">
              <a:lnSpc>
                <a:spcPct val="100000"/>
              </a:lnSpc>
              <a:buNone/>
              <a:defRPr sz="2100" baseline="0">
                <a:solidFill>
                  <a:schemeClr val="bg1"/>
                </a:solidFill>
              </a:defRPr>
            </a:lvl2pPr>
            <a:lvl3pPr marL="517525" indent="-483870">
              <a:lnSpc>
                <a:spcPct val="150000"/>
              </a:lnSpc>
              <a:buNone/>
              <a:defRPr sz="900">
                <a:solidFill>
                  <a:schemeClr val="tx1"/>
                </a:solidFill>
                <a:latin typeface="+mj-lt"/>
              </a:defRPr>
            </a:lvl3pPr>
            <a:lvl4pPr marL="323850" indent="0">
              <a:buNone/>
              <a:defRPr/>
            </a:lvl4pPr>
            <a:lvl5pPr marL="323850" indent="0">
              <a:buNone/>
              <a:defRPr/>
            </a:lvl5pPr>
          </a:lstStyle>
          <a:p>
            <a:r>
              <a:rPr lang="en-US" dirty="0"/>
              <a:t>Security (Sec)</a:t>
            </a:r>
            <a:endParaRPr lang="en-US" dirty="0"/>
          </a:p>
          <a:p>
            <a:pPr lvl="1"/>
            <a:r>
              <a:rPr lang="en-US" dirty="0"/>
              <a:t>A market-leading expert specialized</a:t>
            </a:r>
            <a:br>
              <a:rPr lang="en-US" dirty="0"/>
            </a:br>
            <a:r>
              <a:rPr lang="en-US" dirty="0"/>
              <a:t>in digital asset protection and risks prevention</a:t>
            </a:r>
            <a:endParaRPr lang="en-US" dirty="0"/>
          </a:p>
          <a:p>
            <a:endParaRPr lang="en-US" dirty="0"/>
          </a:p>
        </p:txBody>
      </p:sp>
      <p:pic>
        <p:nvPicPr>
          <p:cNvPr id="6" name="Picture Placeholder 6"/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-4078" b="-4078"/>
          <a:stretch>
            <a:fillRect/>
          </a:stretch>
        </p:blipFill>
        <p:spPr>
          <a:xfrm>
            <a:off x="6635548" y="1483043"/>
            <a:ext cx="1680319" cy="181737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background with blue lines&#10;&#10;Description automatically generated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00" y="0"/>
            <a:ext cx="9145700" cy="5143500"/>
          </a:xfrm>
          <a:prstGeom prst="rect">
            <a:avLst/>
          </a:prstGeom>
        </p:spPr>
      </p:pic>
      <p:pic>
        <p:nvPicPr>
          <p:cNvPr id="7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10433" y="4852991"/>
            <a:ext cx="809678" cy="191184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0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396001" y="1533599"/>
            <a:ext cx="4595100" cy="32384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2"/>
                </a:solidFill>
                <a:latin typeface="+mj-lt"/>
              </a:defRPr>
            </a:lvl1pPr>
            <a:lvl2pPr marL="6985" indent="16510">
              <a:lnSpc>
                <a:spcPct val="100000"/>
              </a:lnSpc>
              <a:buNone/>
              <a:defRPr sz="2100" baseline="0">
                <a:solidFill>
                  <a:schemeClr val="bg1"/>
                </a:solidFill>
              </a:defRPr>
            </a:lvl2pPr>
            <a:lvl3pPr marL="517525" indent="-483870">
              <a:lnSpc>
                <a:spcPct val="150000"/>
              </a:lnSpc>
              <a:buNone/>
              <a:defRPr sz="900">
                <a:solidFill>
                  <a:schemeClr val="tx1"/>
                </a:solidFill>
                <a:latin typeface="+mj-lt"/>
              </a:defRPr>
            </a:lvl3pPr>
            <a:lvl4pPr marL="323850" indent="0">
              <a:buNone/>
              <a:defRPr/>
            </a:lvl4pPr>
            <a:lvl5pPr marL="323850" indent="0">
              <a:buNone/>
              <a:defRPr/>
            </a:lvl5pPr>
          </a:lstStyle>
          <a:p>
            <a:r>
              <a:rPr lang="en-US" dirty="0"/>
              <a:t>Operations (Ops)</a:t>
            </a:r>
            <a:endParaRPr lang="en-US" dirty="0"/>
          </a:p>
          <a:p>
            <a:pPr lvl="1"/>
            <a:r>
              <a:rPr lang="en-US" dirty="0"/>
              <a:t>A local managed service leader with world-class, industry-specific and</a:t>
            </a:r>
            <a:br>
              <a:rPr lang="en-US" dirty="0"/>
            </a:br>
            <a:r>
              <a:rPr lang="en-US" dirty="0"/>
              <a:t>end-to-end services to manage</a:t>
            </a:r>
            <a:br>
              <a:rPr lang="en-US" dirty="0"/>
            </a:br>
            <a:r>
              <a:rPr lang="en-US" dirty="0"/>
              <a:t>clients’ IT infrastructure to cloud</a:t>
            </a:r>
            <a:br>
              <a:rPr lang="en-US" dirty="0"/>
            </a:br>
            <a:r>
              <a:rPr lang="en-US" dirty="0"/>
              <a:t>platform in entire IT lifecycle</a:t>
            </a:r>
            <a:endParaRPr lang="en-US" dirty="0"/>
          </a:p>
          <a:p>
            <a:endParaRPr lang="en-US" dirty="0"/>
          </a:p>
        </p:txBody>
      </p:sp>
      <p:pic>
        <p:nvPicPr>
          <p:cNvPr id="6" name="Picture Placeholder 6"/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-4078" b="-4078"/>
          <a:stretch>
            <a:fillRect/>
          </a:stretch>
        </p:blipFill>
        <p:spPr>
          <a:xfrm>
            <a:off x="6635548" y="1483043"/>
            <a:ext cx="1680319" cy="181737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or palet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" name="Rectangle 3"/>
          <p:cNvSpPr/>
          <p:nvPr userDrawn="1"/>
        </p:nvSpPr>
        <p:spPr>
          <a:xfrm>
            <a:off x="0" y="1108633"/>
            <a:ext cx="1524035" cy="109314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500" tIns="94500" rIns="94500" bIns="0" rtlCol="0" anchor="t" anchorCtr="0"/>
          <a:lstStyle/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R: 0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G: 90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B: 170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Hex: 005AAA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1523528" y="1108633"/>
            <a:ext cx="1524035" cy="109314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500" tIns="94500" rIns="94500" bIns="0" rtlCol="0" anchor="t" anchorCtr="0"/>
          <a:lstStyle/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R: 5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G: 45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B: 95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Hex: 052D5F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3048219" y="1108633"/>
            <a:ext cx="1524035" cy="109314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500" tIns="94500" rIns="94500" bIns="0" rtlCol="0" anchor="t" anchorCtr="0"/>
          <a:lstStyle/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R: 0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G: 135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B: 255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Hex: 0087FF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4571747" y="1108633"/>
            <a:ext cx="1524035" cy="109314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500" tIns="94500" rIns="94500" bIns="0" rtlCol="0" anchor="t" anchorCtr="0"/>
          <a:lstStyle/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R: 0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G: 185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B: 255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Hex: 00B9FF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6095857" y="1108633"/>
            <a:ext cx="1524035" cy="10931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500" tIns="94500" rIns="94500" bIns="0" rtlCol="0" anchor="t" anchorCtr="0"/>
          <a:lstStyle/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R: 70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G: 90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B: 110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Hex: 465A6E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</p:txBody>
      </p:sp>
      <p:sp>
        <p:nvSpPr>
          <p:cNvPr id="13" name="Rectangle 12"/>
          <p:cNvSpPr/>
          <p:nvPr userDrawn="1"/>
        </p:nvSpPr>
        <p:spPr>
          <a:xfrm>
            <a:off x="7619966" y="1108633"/>
            <a:ext cx="1524035" cy="10931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500" tIns="94500" rIns="94500" bIns="0" rtlCol="0" anchor="t" anchorCtr="0"/>
          <a:lstStyle/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R: 219</a:t>
            </a:r>
            <a:endParaRPr lang="en-US" sz="75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G: 219</a:t>
            </a:r>
            <a:endParaRPr lang="en-US" sz="75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B: 219</a:t>
            </a:r>
            <a:endParaRPr lang="en-US" sz="75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Hex: DBDBDB</a:t>
            </a:r>
            <a:endParaRPr lang="en-US" sz="750" dirty="0"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23" name="Rectangle 22"/>
          <p:cNvSpPr/>
          <p:nvPr userDrawn="1"/>
        </p:nvSpPr>
        <p:spPr>
          <a:xfrm>
            <a:off x="6095857" y="2201780"/>
            <a:ext cx="1524035" cy="739943"/>
          </a:xfrm>
          <a:prstGeom prst="rect">
            <a:avLst/>
          </a:prstGeom>
          <a:solidFill>
            <a:srgbClr val="869C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500" tIns="94500" rIns="94500" bIns="0" rtlCol="0" anchor="t" anchorCtr="0"/>
          <a:lstStyle/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R: 134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G: 156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B: 178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Hex: 869CB2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</p:txBody>
      </p:sp>
      <p:sp>
        <p:nvSpPr>
          <p:cNvPr id="24" name="Rectangle 23"/>
          <p:cNvSpPr/>
          <p:nvPr userDrawn="1"/>
        </p:nvSpPr>
        <p:spPr>
          <a:xfrm>
            <a:off x="7619966" y="2201780"/>
            <a:ext cx="1524035" cy="739943"/>
          </a:xfrm>
          <a:prstGeom prst="rect">
            <a:avLst/>
          </a:prstGeom>
          <a:solidFill>
            <a:srgbClr val="C5C5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500" tIns="94500" rIns="94500" bIns="0" rtlCol="0" anchor="t" anchorCtr="0"/>
          <a:lstStyle/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R: 197</a:t>
            </a:r>
            <a:endParaRPr lang="en-US" sz="75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G: 197</a:t>
            </a:r>
            <a:endParaRPr lang="en-US" sz="75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B: 197</a:t>
            </a:r>
            <a:endParaRPr lang="en-US" sz="75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Hex: C5C5C5</a:t>
            </a:r>
            <a:endParaRPr lang="en-US" sz="750" dirty="0"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19" name="Rectangle 18"/>
          <p:cNvSpPr/>
          <p:nvPr userDrawn="1"/>
        </p:nvSpPr>
        <p:spPr>
          <a:xfrm>
            <a:off x="0" y="2201780"/>
            <a:ext cx="1524035" cy="110936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500" tIns="94500" rIns="94500" bIns="0" rtlCol="0" anchor="t" anchorCtr="0"/>
          <a:lstStyle/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R: 119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G: 191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B: 255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Hex: 77BFFF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</p:txBody>
      </p:sp>
      <p:sp>
        <p:nvSpPr>
          <p:cNvPr id="20" name="Rectangle 19"/>
          <p:cNvSpPr/>
          <p:nvPr userDrawn="1"/>
        </p:nvSpPr>
        <p:spPr>
          <a:xfrm>
            <a:off x="1523528" y="2201780"/>
            <a:ext cx="1524035" cy="1109367"/>
          </a:xfrm>
          <a:prstGeom prst="rect">
            <a:avLst/>
          </a:prstGeom>
          <a:solidFill>
            <a:schemeClr val="accent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500" tIns="94500" rIns="94500" bIns="0" rtlCol="0" anchor="t" anchorCtr="0"/>
          <a:lstStyle/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R: 158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G: 199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B: 250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Hex: 9EC7FA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</p:txBody>
      </p:sp>
      <p:sp>
        <p:nvSpPr>
          <p:cNvPr id="21" name="Rectangle 20"/>
          <p:cNvSpPr/>
          <p:nvPr userDrawn="1"/>
        </p:nvSpPr>
        <p:spPr>
          <a:xfrm>
            <a:off x="3048219" y="2201780"/>
            <a:ext cx="1524035" cy="1109367"/>
          </a:xfrm>
          <a:prstGeom prst="rect">
            <a:avLst/>
          </a:prstGeom>
          <a:solidFill>
            <a:srgbClr val="99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500" tIns="94500" rIns="94500" bIns="0" rtlCol="0" anchor="t" anchorCtr="0"/>
          <a:lstStyle/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R: 153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G: 207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B: 255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Hex: 99CFFF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</p:txBody>
      </p:sp>
      <p:sp>
        <p:nvSpPr>
          <p:cNvPr id="22" name="Rectangle 21"/>
          <p:cNvSpPr/>
          <p:nvPr userDrawn="1"/>
        </p:nvSpPr>
        <p:spPr>
          <a:xfrm>
            <a:off x="4571747" y="2201780"/>
            <a:ext cx="1524035" cy="110936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500" tIns="94500" rIns="94500" bIns="0" rtlCol="0" anchor="t" anchorCtr="0"/>
          <a:lstStyle/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R: 153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G: 227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B: 255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Hex: 99E3FF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</p:txBody>
      </p:sp>
      <p:sp>
        <p:nvSpPr>
          <p:cNvPr id="25" name="Rectangle 24"/>
          <p:cNvSpPr/>
          <p:nvPr userDrawn="1"/>
        </p:nvSpPr>
        <p:spPr>
          <a:xfrm>
            <a:off x="0" y="3307865"/>
            <a:ext cx="1524035" cy="1109367"/>
          </a:xfrm>
          <a:prstGeom prst="rect">
            <a:avLst/>
          </a:prstGeom>
          <a:solidFill>
            <a:srgbClr val="BBD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500" tIns="94500" rIns="94500" bIns="0" rtlCol="0" anchor="t" anchorCtr="0"/>
          <a:lstStyle/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R: 187</a:t>
            </a:r>
            <a:endParaRPr lang="en-US" sz="75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G: 223</a:t>
            </a:r>
            <a:endParaRPr lang="en-US" sz="75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B: 255</a:t>
            </a:r>
            <a:endParaRPr lang="en-US" sz="75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Hex: BBDFFF</a:t>
            </a:r>
            <a:endParaRPr lang="en-US" sz="750" dirty="0"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26" name="Rectangle 25"/>
          <p:cNvSpPr/>
          <p:nvPr userDrawn="1"/>
        </p:nvSpPr>
        <p:spPr>
          <a:xfrm>
            <a:off x="1523528" y="3307865"/>
            <a:ext cx="1524035" cy="1109367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500" tIns="94500" rIns="94500" bIns="0" rtlCol="0" anchor="t" anchorCtr="0"/>
          <a:lstStyle/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R: 216</a:t>
            </a:r>
            <a:endParaRPr lang="en-US" sz="75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G: 232</a:t>
            </a:r>
            <a:endParaRPr lang="en-US" sz="75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B: 253</a:t>
            </a:r>
            <a:endParaRPr lang="en-US" sz="75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Hex: D8E8FD</a:t>
            </a:r>
            <a:endParaRPr lang="en-US" sz="750" dirty="0"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27" name="Rectangle 26"/>
          <p:cNvSpPr/>
          <p:nvPr userDrawn="1"/>
        </p:nvSpPr>
        <p:spPr>
          <a:xfrm>
            <a:off x="3048219" y="3307865"/>
            <a:ext cx="1524035" cy="1109367"/>
          </a:xfrm>
          <a:prstGeom prst="rect">
            <a:avLst/>
          </a:prstGeom>
          <a:solidFill>
            <a:srgbClr val="CCE7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500" tIns="94500" rIns="94500" bIns="0" rtlCol="0" anchor="t" anchorCtr="0"/>
          <a:lstStyle/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R: 204</a:t>
            </a:r>
            <a:endParaRPr lang="en-US" sz="75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G: 231</a:t>
            </a:r>
            <a:endParaRPr lang="en-US" sz="75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B: 255</a:t>
            </a:r>
            <a:endParaRPr lang="en-US" sz="75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Hex: CCE7FF</a:t>
            </a:r>
            <a:endParaRPr lang="en-US" sz="750" dirty="0"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28" name="Rectangle 27"/>
          <p:cNvSpPr/>
          <p:nvPr userDrawn="1"/>
        </p:nvSpPr>
        <p:spPr>
          <a:xfrm>
            <a:off x="4571747" y="3307865"/>
            <a:ext cx="1524035" cy="1109367"/>
          </a:xfrm>
          <a:prstGeom prst="rect">
            <a:avLst/>
          </a:prstGeom>
          <a:solidFill>
            <a:srgbClr val="CCF1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500" tIns="94500" rIns="94500" bIns="0" rtlCol="0" anchor="t" anchorCtr="0"/>
          <a:lstStyle/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R: 204</a:t>
            </a:r>
            <a:endParaRPr lang="en-US" sz="75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G: 241</a:t>
            </a:r>
            <a:endParaRPr lang="en-US" sz="75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B: 255</a:t>
            </a:r>
            <a:endParaRPr lang="en-US" sz="75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Hex: CCF1FF</a:t>
            </a:r>
            <a:endParaRPr lang="en-US" sz="750" dirty="0"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29" name="Rectangle 28"/>
          <p:cNvSpPr/>
          <p:nvPr userDrawn="1"/>
        </p:nvSpPr>
        <p:spPr>
          <a:xfrm>
            <a:off x="6095857" y="2939535"/>
            <a:ext cx="1524035" cy="739943"/>
          </a:xfrm>
          <a:prstGeom prst="rect">
            <a:avLst/>
          </a:prstGeom>
          <a:solidFill>
            <a:srgbClr val="AEBD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500" tIns="94500" rIns="94500" bIns="0" rtlCol="0" anchor="t" anchorCtr="0"/>
          <a:lstStyle/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R: 174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G: 189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B: 204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Hex: AEBDCC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</p:txBody>
      </p:sp>
      <p:sp>
        <p:nvSpPr>
          <p:cNvPr id="30" name="Rectangle 29"/>
          <p:cNvSpPr/>
          <p:nvPr userDrawn="1"/>
        </p:nvSpPr>
        <p:spPr>
          <a:xfrm>
            <a:off x="7619966" y="2939535"/>
            <a:ext cx="1524035" cy="739943"/>
          </a:xfrm>
          <a:prstGeom prst="rect">
            <a:avLst/>
          </a:prstGeom>
          <a:solidFill>
            <a:srgbClr val="A4A4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500" tIns="94500" rIns="94500" bIns="0" rtlCol="0" anchor="t" anchorCtr="0"/>
          <a:lstStyle/>
          <a:p>
            <a:r>
              <a:rPr lang="en-US" sz="750" dirty="0">
                <a:solidFill>
                  <a:schemeClr val="bg2"/>
                </a:solidFill>
                <a:effectLst/>
                <a:latin typeface="+mn-lt"/>
              </a:rPr>
              <a:t>R: 164</a:t>
            </a:r>
            <a:endParaRPr lang="en-US" sz="750" dirty="0">
              <a:solidFill>
                <a:schemeClr val="bg2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chemeClr val="bg2"/>
                </a:solidFill>
                <a:effectLst/>
                <a:latin typeface="+mn-lt"/>
              </a:rPr>
              <a:t>G: 164</a:t>
            </a:r>
            <a:endParaRPr lang="en-US" sz="750" dirty="0">
              <a:solidFill>
                <a:schemeClr val="bg2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chemeClr val="bg2"/>
                </a:solidFill>
                <a:effectLst/>
                <a:latin typeface="+mn-lt"/>
              </a:rPr>
              <a:t>B: 164</a:t>
            </a:r>
            <a:endParaRPr lang="en-US" sz="750" dirty="0">
              <a:solidFill>
                <a:schemeClr val="bg2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chemeClr val="bg2"/>
                </a:solidFill>
                <a:effectLst/>
                <a:latin typeface="+mn-lt"/>
              </a:rPr>
              <a:t>Hex: A4A4A4</a:t>
            </a:r>
            <a:endParaRPr lang="en-US" sz="750" dirty="0">
              <a:solidFill>
                <a:schemeClr val="bg2"/>
              </a:solidFill>
              <a:effectLst/>
              <a:latin typeface="+mn-lt"/>
            </a:endParaRPr>
          </a:p>
        </p:txBody>
      </p:sp>
      <p:sp>
        <p:nvSpPr>
          <p:cNvPr id="35" name="Rectangle 34"/>
          <p:cNvSpPr/>
          <p:nvPr userDrawn="1"/>
        </p:nvSpPr>
        <p:spPr>
          <a:xfrm>
            <a:off x="6095857" y="3677289"/>
            <a:ext cx="1524035" cy="739943"/>
          </a:xfrm>
          <a:prstGeom prst="rect">
            <a:avLst/>
          </a:prstGeom>
          <a:solidFill>
            <a:srgbClr val="D7DE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500" tIns="94500" rIns="94500" bIns="0" rtlCol="0" anchor="t" anchorCtr="0"/>
          <a:lstStyle/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R: 215</a:t>
            </a:r>
            <a:endParaRPr lang="en-US" sz="75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G: 222</a:t>
            </a:r>
            <a:endParaRPr lang="en-US" sz="75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B: 229</a:t>
            </a:r>
            <a:endParaRPr lang="en-US" sz="75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Hex: D7DEE5</a:t>
            </a:r>
            <a:endParaRPr lang="en-US" sz="750" dirty="0"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36" name="Rectangle 35"/>
          <p:cNvSpPr/>
          <p:nvPr userDrawn="1"/>
        </p:nvSpPr>
        <p:spPr>
          <a:xfrm>
            <a:off x="7619966" y="3677289"/>
            <a:ext cx="1524035" cy="739943"/>
          </a:xfrm>
          <a:prstGeom prst="rect">
            <a:avLst/>
          </a:prstGeom>
          <a:solidFill>
            <a:srgbClr val="3737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500" tIns="94500" rIns="94500" bIns="0" rtlCol="0" anchor="t" anchorCtr="0"/>
          <a:lstStyle/>
          <a:p>
            <a:r>
              <a:rPr lang="en-US" sz="750" dirty="0">
                <a:solidFill>
                  <a:schemeClr val="bg2"/>
                </a:solidFill>
                <a:effectLst/>
                <a:latin typeface="+mn-lt"/>
              </a:rPr>
              <a:t>R: 55</a:t>
            </a:r>
            <a:endParaRPr lang="en-US" sz="750" dirty="0">
              <a:solidFill>
                <a:schemeClr val="bg2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chemeClr val="bg2"/>
                </a:solidFill>
                <a:effectLst/>
                <a:latin typeface="+mn-lt"/>
              </a:rPr>
              <a:t>G: 55</a:t>
            </a:r>
            <a:endParaRPr lang="en-US" sz="750" dirty="0">
              <a:solidFill>
                <a:schemeClr val="bg2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chemeClr val="bg2"/>
                </a:solidFill>
                <a:effectLst/>
                <a:latin typeface="+mn-lt"/>
              </a:rPr>
              <a:t>B: 55</a:t>
            </a:r>
            <a:endParaRPr lang="en-US" sz="750" dirty="0">
              <a:solidFill>
                <a:schemeClr val="bg2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chemeClr val="bg2"/>
                </a:solidFill>
                <a:effectLst/>
                <a:latin typeface="+mn-lt"/>
              </a:rPr>
              <a:t>Hex: 373737</a:t>
            </a:r>
            <a:endParaRPr lang="en-US" sz="750" dirty="0">
              <a:solidFill>
                <a:schemeClr val="bg2"/>
              </a:solidFill>
              <a:effectLst/>
              <a:latin typeface="+mn-lt"/>
            </a:endParaRPr>
          </a:p>
        </p:txBody>
      </p:sp>
      <p:sp>
        <p:nvSpPr>
          <p:cNvPr id="3" name="Title Placeholder 18"/>
          <p:cNvSpPr txBox="1"/>
          <p:nvPr userDrawn="1"/>
        </p:nvSpPr>
        <p:spPr>
          <a:xfrm>
            <a:off x="396001" y="309001"/>
            <a:ext cx="8304213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685800" rtl="0" eaLnBrk="1" latinLnBrk="0" hangingPunct="1">
              <a:lnSpc>
                <a:spcPct val="110000"/>
              </a:lnSpc>
              <a:spcBef>
                <a:spcPct val="0"/>
              </a:spcBef>
              <a:buNone/>
              <a:defRPr sz="21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100" dirty="0"/>
              <a:t>Color palette</a:t>
            </a:r>
            <a:endParaRPr lang="en-US" sz="21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Relationship Id="rId3" Type="http://schemas.openxmlformats.org/officeDocument/2006/relationships/slideLayout" Target="../slideLayouts/slideLayout10.xml"/><Relationship Id="rId2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13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7.xml"/><Relationship Id="rId1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7" Type="http://schemas.openxmlformats.org/officeDocument/2006/relationships/theme" Target="../theme/theme3.xml"/><Relationship Id="rId6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/Relationships>
</file>

<file path=ppt/slideMasters/_rels/slideMaster4.xml.rels><?xml version="1.0" encoding="UTF-8" standalone="yes"?>
<Relationships xmlns="http://schemas.openxmlformats.org/package/2006/relationships"><Relationship Id="rId4" Type="http://schemas.openxmlformats.org/officeDocument/2006/relationships/theme" Target="../theme/theme4.xml"/><Relationship Id="rId3" Type="http://schemas.openxmlformats.org/officeDocument/2006/relationships/slideLayout" Target="../slideLayouts/slideLayout29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Placeholder 18"/>
          <p:cNvSpPr>
            <a:spLocks noGrp="1"/>
          </p:cNvSpPr>
          <p:nvPr>
            <p:ph type="title"/>
          </p:nvPr>
        </p:nvSpPr>
        <p:spPr>
          <a:xfrm>
            <a:off x="396001" y="309001"/>
            <a:ext cx="8320963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1"/>
          </p:nvPr>
        </p:nvSpPr>
        <p:spPr>
          <a:xfrm>
            <a:off x="396001" y="1278000"/>
            <a:ext cx="8320963" cy="3454338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 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GB" dirty="0"/>
          </a:p>
        </p:txBody>
      </p:sp>
      <p:sp>
        <p:nvSpPr>
          <p:cNvPr id="10" name="TextBox 6"/>
          <p:cNvSpPr txBox="1">
            <a:spLocks noChangeArrowheads="1"/>
          </p:cNvSpPr>
          <p:nvPr userDrawn="1"/>
        </p:nvSpPr>
        <p:spPr bwMode="auto">
          <a:xfrm>
            <a:off x="351190" y="4873633"/>
            <a:ext cx="6870700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b="1" dirty="0">
                <a:solidFill>
                  <a:srgbClr val="595959"/>
                </a:solidFill>
                <a:latin typeface="+mn-lt"/>
                <a:cs typeface="Arial" panose="020B0604020202020204" pitchFamily="34" charset="0"/>
              </a:rPr>
              <a:t>      </a:t>
            </a:r>
            <a:r>
              <a:rPr lang="en-US" altLang="zh-HK" sz="750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|    © 2024 Automated Systems Holdings Limited and/or its affiliates. All rights reserved.</a:t>
            </a:r>
            <a:r>
              <a:rPr lang="en-US" altLang="zh-HK" sz="750" dirty="0">
                <a:solidFill>
                  <a:srgbClr val="595959"/>
                </a:solidFill>
                <a:latin typeface="+mn-lt"/>
                <a:cs typeface="Arial" panose="020B0604020202020204" pitchFamily="34" charset="0"/>
              </a:rPr>
              <a:t>		</a:t>
            </a:r>
            <a:endParaRPr lang="en-US" altLang="zh-HK" sz="750" dirty="0">
              <a:solidFill>
                <a:srgbClr val="595959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309629" y="4882429"/>
            <a:ext cx="311641" cy="195263"/>
          </a:xfrm>
          <a:prstGeom prst="rect">
            <a:avLst/>
          </a:prstGeom>
        </p:spPr>
        <p:txBody>
          <a:bodyPr anchor="ctr"/>
          <a:lstStyle/>
          <a:p>
            <a:pPr algn="r" defTabSz="914400" fontAlgn="base">
              <a:spcBef>
                <a:spcPct val="0"/>
              </a:spcBef>
              <a:spcAft>
                <a:spcPct val="0"/>
              </a:spcAft>
            </a:pPr>
            <a:fld id="{F28EB554-0C4E-4534-8FDB-D9C30A472B3F}" type="slidenum">
              <a:rPr lang="en-US" altLang="zh-HK" sz="750" kern="1200">
                <a:solidFill>
                  <a:schemeClr val="accent1"/>
                </a:solidFill>
                <a:latin typeface="+mn-lt"/>
                <a:ea typeface="+mn-ea"/>
                <a:cs typeface="+mn-cs"/>
              </a:rPr>
            </a:fld>
            <a:endParaRPr lang="en-US" altLang="zh-HK" sz="750" kern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2100" b="1" i="0" kern="1200">
          <a:solidFill>
            <a:schemeClr val="accent1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FontTx/>
        <a:buNone/>
        <a:tabLst>
          <a:tab pos="6214745" algn="r"/>
        </a:tabLst>
        <a:defRPr sz="1500" b="0" kern="1200">
          <a:solidFill>
            <a:schemeClr val="accent1"/>
          </a:solidFill>
          <a:latin typeface="+mj-lt"/>
          <a:ea typeface="+mn-ea"/>
          <a:cs typeface="+mn-cs"/>
        </a:defRPr>
      </a:lvl1pPr>
      <a:lvl2pPr marL="635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FontTx/>
        <a:buNone/>
        <a:tabLst>
          <a:tab pos="6281420" algn="r"/>
        </a:tabLst>
        <a:defRPr sz="15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202565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SzPct val="100000"/>
        <a:buFontTx/>
        <a:defRPr sz="15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404495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Font typeface="Arial" panose="020B0604020202020204" pitchFamily="34" charset="0"/>
        <a:buChar char="•"/>
        <a:defRPr sz="15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607060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tx1"/>
        </a:buClr>
        <a:buFont typeface="Arial" panose="020B0604020202020204" pitchFamily="34" charset="0"/>
        <a:buChar char="•"/>
        <a:defRPr sz="12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 userDrawn="1"/>
        </p:nvSpPr>
        <p:spPr bwMode="auto">
          <a:xfrm>
            <a:off x="351190" y="4873633"/>
            <a:ext cx="6870700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b="1" dirty="0">
                <a:solidFill>
                  <a:srgbClr val="595959"/>
                </a:solidFill>
                <a:latin typeface="+mn-lt"/>
                <a:cs typeface="Arial" panose="020B0604020202020204" pitchFamily="34" charset="0"/>
              </a:rPr>
              <a:t>      </a:t>
            </a:r>
            <a:r>
              <a:rPr lang="en-US" altLang="zh-HK" sz="750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|    © 2024 Automated Systems Holdings Limited and/or its affiliates. All rights reserved.</a:t>
            </a:r>
            <a:r>
              <a:rPr lang="en-US" altLang="zh-HK" sz="750" dirty="0">
                <a:solidFill>
                  <a:srgbClr val="595959"/>
                </a:solidFill>
                <a:latin typeface="+mn-lt"/>
                <a:cs typeface="Arial" panose="020B0604020202020204" pitchFamily="34" charset="0"/>
              </a:rPr>
              <a:t>		</a:t>
            </a:r>
            <a:endParaRPr lang="en-US" altLang="zh-HK" sz="750" dirty="0">
              <a:solidFill>
                <a:srgbClr val="595959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 userDrawn="1"/>
        </p:nvSpPr>
        <p:spPr>
          <a:xfrm>
            <a:off x="309629" y="4882429"/>
            <a:ext cx="311641" cy="195263"/>
          </a:xfrm>
          <a:prstGeom prst="rect">
            <a:avLst/>
          </a:prstGeom>
        </p:spPr>
        <p:txBody>
          <a:bodyPr anchor="ctr"/>
          <a:lstStyle/>
          <a:p>
            <a:pPr algn="r" defTabSz="914400" fontAlgn="base">
              <a:spcBef>
                <a:spcPct val="0"/>
              </a:spcBef>
              <a:spcAft>
                <a:spcPct val="0"/>
              </a:spcAft>
            </a:pPr>
            <a:fld id="{F28EB554-0C4E-4534-8FDB-D9C30A472B3F}" type="slidenum">
              <a:rPr lang="en-US" altLang="zh-HK" sz="750" kern="1200">
                <a:solidFill>
                  <a:schemeClr val="accent1"/>
                </a:solidFill>
                <a:latin typeface="+mn-lt"/>
                <a:ea typeface="+mn-ea"/>
                <a:cs typeface="+mn-cs"/>
              </a:rPr>
            </a:fld>
            <a:endParaRPr lang="en-US" altLang="zh-HK" sz="750" kern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itle Placeholder 18"/>
          <p:cNvSpPr>
            <a:spLocks noGrp="1"/>
          </p:cNvSpPr>
          <p:nvPr>
            <p:ph type="title"/>
          </p:nvPr>
        </p:nvSpPr>
        <p:spPr>
          <a:xfrm>
            <a:off x="396001" y="309001"/>
            <a:ext cx="8320963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  <p:sp>
        <p:nvSpPr>
          <p:cNvPr id="6" name="Text Placeholder 20"/>
          <p:cNvSpPr>
            <a:spLocks noGrp="1"/>
          </p:cNvSpPr>
          <p:nvPr>
            <p:ph type="body" idx="1"/>
          </p:nvPr>
        </p:nvSpPr>
        <p:spPr>
          <a:xfrm>
            <a:off x="396001" y="1278001"/>
            <a:ext cx="8320963" cy="34940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 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68" r:id="rId12"/>
    <p:sldLayoutId id="2147483669" r:id="rId13"/>
  </p:sldLayoutIdLst>
  <p:hf sldNum="0" hdr="0" ftr="0" dt="0"/>
  <p:txStyles>
    <p:titleStyle>
      <a:lvl1pPr algn="l" defTabSz="685800" rtl="0" eaLnBrk="1" latinLnBrk="0" hangingPunct="1">
        <a:lnSpc>
          <a:spcPct val="110000"/>
        </a:lnSpc>
        <a:spcBef>
          <a:spcPct val="0"/>
        </a:spcBef>
        <a:buNone/>
        <a:defRPr sz="21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FontTx/>
        <a:buNone/>
        <a:tabLst>
          <a:tab pos="6214745" algn="r"/>
        </a:tabLst>
        <a:defRPr sz="1500" b="0" kern="1200">
          <a:solidFill>
            <a:schemeClr val="accent1"/>
          </a:solidFill>
          <a:latin typeface="+mj-lt"/>
          <a:ea typeface="+mn-ea"/>
          <a:cs typeface="+mn-cs"/>
        </a:defRPr>
      </a:lvl1pPr>
      <a:lvl2pPr marL="635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FontTx/>
        <a:buNone/>
        <a:tabLst>
          <a:tab pos="6281420" algn="r"/>
        </a:tabLst>
        <a:defRPr sz="15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202565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SzPct val="100000"/>
        <a:buFontTx/>
        <a:defRPr sz="15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404495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Font typeface="Arial" panose="020B0604020202020204" pitchFamily="34" charset="0"/>
        <a:buChar char="•"/>
        <a:defRPr sz="15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607060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tx1"/>
        </a:buClr>
        <a:buFont typeface="Arial" panose="020B0604020202020204" pitchFamily="34" charset="0"/>
        <a:buChar char="•"/>
        <a:defRPr sz="12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8"/>
          <p:cNvSpPr>
            <a:spLocks noGrp="1"/>
          </p:cNvSpPr>
          <p:nvPr>
            <p:ph type="title"/>
          </p:nvPr>
        </p:nvSpPr>
        <p:spPr>
          <a:xfrm>
            <a:off x="396001" y="309001"/>
            <a:ext cx="8304213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  <p:sp>
        <p:nvSpPr>
          <p:cNvPr id="6" name="Text Placeholder 20"/>
          <p:cNvSpPr>
            <a:spLocks noGrp="1"/>
          </p:cNvSpPr>
          <p:nvPr>
            <p:ph type="body" idx="1"/>
          </p:nvPr>
        </p:nvSpPr>
        <p:spPr>
          <a:xfrm>
            <a:off x="396001" y="1278001"/>
            <a:ext cx="8304213" cy="3167511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 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</p:sldLayoutIdLst>
  <p:hf sldNum="0" hdr="0" ftr="0" dt="0"/>
  <p:txStyles>
    <p:titleStyle>
      <a:lvl1pPr algn="l" defTabSz="685800" rtl="0" eaLnBrk="1" latinLnBrk="0" hangingPunct="1">
        <a:lnSpc>
          <a:spcPct val="110000"/>
        </a:lnSpc>
        <a:spcBef>
          <a:spcPct val="0"/>
        </a:spcBef>
        <a:buNone/>
        <a:defRPr sz="21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FontTx/>
        <a:buNone/>
        <a:tabLst>
          <a:tab pos="6214745" algn="r"/>
        </a:tabLst>
        <a:defRPr sz="1500" b="0" kern="1200">
          <a:solidFill>
            <a:schemeClr val="accent1"/>
          </a:solidFill>
          <a:latin typeface="+mj-lt"/>
          <a:ea typeface="+mn-ea"/>
          <a:cs typeface="+mn-cs"/>
        </a:defRPr>
      </a:lvl1pPr>
      <a:lvl2pPr marL="635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FontTx/>
        <a:buNone/>
        <a:tabLst>
          <a:tab pos="6281420" algn="r"/>
        </a:tabLst>
        <a:defRPr sz="15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202565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SzPct val="100000"/>
        <a:buFontTx/>
        <a:defRPr sz="15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404495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Font typeface="Arial" panose="020B0604020202020204" pitchFamily="34" charset="0"/>
        <a:buChar char="•"/>
        <a:defRPr sz="15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607060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tx1"/>
        </a:buClr>
        <a:buFont typeface="Arial" panose="020B0604020202020204" pitchFamily="34" charset="0"/>
        <a:buChar char="•"/>
        <a:defRPr sz="12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8"/>
          <p:cNvSpPr>
            <a:spLocks noGrp="1"/>
          </p:cNvSpPr>
          <p:nvPr>
            <p:ph type="title"/>
          </p:nvPr>
        </p:nvSpPr>
        <p:spPr>
          <a:xfrm>
            <a:off x="396001" y="309001"/>
            <a:ext cx="8304213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  <p:sp>
        <p:nvSpPr>
          <p:cNvPr id="6" name="Text Placeholder 20"/>
          <p:cNvSpPr>
            <a:spLocks noGrp="1"/>
          </p:cNvSpPr>
          <p:nvPr>
            <p:ph type="body" idx="1"/>
          </p:nvPr>
        </p:nvSpPr>
        <p:spPr>
          <a:xfrm>
            <a:off x="396001" y="1278001"/>
            <a:ext cx="8304213" cy="3167511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 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</p:sldLayoutIdLst>
  <p:hf sldNum="0" hdr="0" ftr="0" dt="0"/>
  <p:txStyles>
    <p:titleStyle>
      <a:lvl1pPr algn="l" defTabSz="685800" rtl="0" eaLnBrk="1" latinLnBrk="0" hangingPunct="1">
        <a:lnSpc>
          <a:spcPct val="110000"/>
        </a:lnSpc>
        <a:spcBef>
          <a:spcPct val="0"/>
        </a:spcBef>
        <a:buNone/>
        <a:defRPr sz="21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FontTx/>
        <a:buNone/>
        <a:tabLst>
          <a:tab pos="6214745" algn="r"/>
        </a:tabLst>
        <a:defRPr sz="1500" b="0" kern="1200">
          <a:solidFill>
            <a:schemeClr val="accent1"/>
          </a:solidFill>
          <a:latin typeface="+mj-lt"/>
          <a:ea typeface="+mn-ea"/>
          <a:cs typeface="+mn-cs"/>
        </a:defRPr>
      </a:lvl1pPr>
      <a:lvl2pPr marL="635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FontTx/>
        <a:buNone/>
        <a:tabLst>
          <a:tab pos="6281420" algn="r"/>
        </a:tabLst>
        <a:defRPr sz="15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202565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SzPct val="100000"/>
        <a:buFontTx/>
        <a:defRPr sz="15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404495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Font typeface="Arial" panose="020B0604020202020204" pitchFamily="34" charset="0"/>
        <a:buChar char="•"/>
        <a:defRPr sz="15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607060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tx1"/>
        </a:buClr>
        <a:buFont typeface="Arial" panose="020B0604020202020204" pitchFamily="34" charset="0"/>
        <a:buChar char="•"/>
        <a:defRPr sz="12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>
            <a:spLocks noChangeArrowheads="1"/>
          </p:cNvSpPr>
          <p:nvPr userDrawn="1"/>
        </p:nvSpPr>
        <p:spPr bwMode="auto">
          <a:xfrm>
            <a:off x="351190" y="4873633"/>
            <a:ext cx="6870700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b="1" dirty="0">
                <a:solidFill>
                  <a:srgbClr val="595959"/>
                </a:solidFill>
                <a:latin typeface="+mn-lt"/>
                <a:cs typeface="Arial" panose="020B0604020202020204" pitchFamily="34" charset="0"/>
              </a:rPr>
              <a:t>      </a:t>
            </a:r>
            <a:r>
              <a:rPr lang="en-US" altLang="zh-HK" sz="750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|    © 2024 Automated Systems Holdings Limited and/or its affiliates. All rights reserved.</a:t>
            </a:r>
            <a:r>
              <a:rPr lang="en-US" altLang="zh-HK" sz="750" dirty="0">
                <a:solidFill>
                  <a:srgbClr val="595959"/>
                </a:solidFill>
                <a:latin typeface="+mn-lt"/>
                <a:cs typeface="Arial" panose="020B0604020202020204" pitchFamily="34" charset="0"/>
              </a:rPr>
              <a:t>		</a:t>
            </a:r>
            <a:endParaRPr lang="en-US" altLang="zh-HK" sz="750" dirty="0">
              <a:solidFill>
                <a:srgbClr val="595959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309629" y="4882429"/>
            <a:ext cx="311641" cy="195263"/>
          </a:xfrm>
          <a:prstGeom prst="rect">
            <a:avLst/>
          </a:prstGeom>
        </p:spPr>
        <p:txBody>
          <a:bodyPr anchor="ctr"/>
          <a:lstStyle/>
          <a:p>
            <a:pPr algn="r" defTabSz="914400" fontAlgn="base">
              <a:spcBef>
                <a:spcPct val="0"/>
              </a:spcBef>
              <a:spcAft>
                <a:spcPct val="0"/>
              </a:spcAft>
            </a:pPr>
            <a:fld id="{F28EB554-0C4E-4534-8FDB-D9C30A472B3F}" type="slidenum">
              <a:rPr lang="en-US" altLang="zh-HK" sz="750" kern="1200">
                <a:solidFill>
                  <a:schemeClr val="accent1"/>
                </a:solidFill>
                <a:latin typeface="+mn-lt"/>
                <a:ea typeface="+mn-ea"/>
                <a:cs typeface="+mn-cs"/>
              </a:rPr>
            </a:fld>
            <a:endParaRPr lang="en-US" altLang="zh-HK" sz="750" kern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itle Placeholder 18"/>
          <p:cNvSpPr>
            <a:spLocks noGrp="1"/>
          </p:cNvSpPr>
          <p:nvPr>
            <p:ph type="title"/>
          </p:nvPr>
        </p:nvSpPr>
        <p:spPr>
          <a:xfrm>
            <a:off x="396001" y="309001"/>
            <a:ext cx="8304213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  <p:sp>
        <p:nvSpPr>
          <p:cNvPr id="8" name="Text Placeholder 20"/>
          <p:cNvSpPr>
            <a:spLocks noGrp="1"/>
          </p:cNvSpPr>
          <p:nvPr>
            <p:ph type="body" idx="1"/>
          </p:nvPr>
        </p:nvSpPr>
        <p:spPr>
          <a:xfrm>
            <a:off x="396001" y="1278001"/>
            <a:ext cx="8304213" cy="3167511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 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</p:sldLayoutIdLst>
  <p:hf sldNum="0" hdr="0" ftr="0" dt="0"/>
  <p:txStyles>
    <p:titleStyle>
      <a:lvl1pPr algn="l" defTabSz="685800" rtl="0" eaLnBrk="1" latinLnBrk="0" hangingPunct="1">
        <a:lnSpc>
          <a:spcPct val="110000"/>
        </a:lnSpc>
        <a:spcBef>
          <a:spcPct val="0"/>
        </a:spcBef>
        <a:buNone/>
        <a:defRPr sz="21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FontTx/>
        <a:buNone/>
        <a:tabLst>
          <a:tab pos="6214745" algn="r"/>
        </a:tabLst>
        <a:defRPr sz="1500" b="0" kern="1200">
          <a:solidFill>
            <a:schemeClr val="accent1"/>
          </a:solidFill>
          <a:latin typeface="+mj-lt"/>
          <a:ea typeface="+mn-ea"/>
          <a:cs typeface="+mn-cs"/>
        </a:defRPr>
      </a:lvl1pPr>
      <a:lvl2pPr marL="635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FontTx/>
        <a:buNone/>
        <a:tabLst>
          <a:tab pos="6281420" algn="r"/>
        </a:tabLst>
        <a:defRPr sz="15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202565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SzPct val="100000"/>
        <a:buFontTx/>
        <a:defRPr sz="15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404495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Font typeface="Arial" panose="020B0604020202020204" pitchFamily="34" charset="0"/>
        <a:buChar char="•"/>
        <a:defRPr sz="15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607060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tx1"/>
        </a:buClr>
        <a:buFont typeface="Arial" panose="020B0604020202020204" pitchFamily="34" charset="0"/>
        <a:buChar char="•"/>
        <a:defRPr sz="12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9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0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5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6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7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8.jpe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30.jpeg"/><Relationship Id="rId1" Type="http://schemas.openxmlformats.org/officeDocument/2006/relationships/image" Target="../media/image29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24000" y="951750"/>
            <a:ext cx="8496000" cy="3240000"/>
          </a:xfrm>
        </p:spPr>
        <p:txBody>
          <a:bodyPr>
            <a:normAutofit/>
          </a:bodyPr>
          <a:lstStyle/>
          <a:p>
            <a:r>
              <a:rPr lang="en-US" altLang="zh-CN" sz="2200" dirty="0">
                <a:solidFill>
                  <a:srgbClr val="0070C0"/>
                </a:solidFill>
                <a:sym typeface="+mn-ea"/>
              </a:rPr>
              <a:t>The Presentation of Enterprise Content Management Solution</a:t>
            </a:r>
            <a:endParaRPr lang="en-US" sz="2200" dirty="0">
              <a:solidFill>
                <a:srgbClr val="0070C0"/>
              </a:solidFill>
            </a:endParaRPr>
          </a:p>
          <a:p>
            <a:r>
              <a:rPr lang="en-US" sz="2200" dirty="0"/>
              <a:t> </a:t>
            </a:r>
            <a:endParaRPr lang="en-US" sz="2200" dirty="0"/>
          </a:p>
          <a:p>
            <a:r>
              <a:rPr lang="en-US" altLang="en-US" dirty="0">
                <a:solidFill>
                  <a:srgbClr val="0070C0"/>
                </a:solidFill>
                <a:sym typeface="+mn-ea"/>
              </a:rPr>
              <a:t>Automated </a:t>
            </a:r>
            <a:r>
              <a:rPr lang="en-US" dirty="0">
                <a:solidFill>
                  <a:srgbClr val="0070C0"/>
                </a:solidFill>
                <a:sym typeface="+mn-ea"/>
              </a:rPr>
              <a:t>Smart ECM</a:t>
            </a:r>
            <a:endParaRPr lang="en-US" dirty="0"/>
          </a:p>
          <a:p>
            <a:endParaRPr lang="en-US" dirty="0"/>
          </a:p>
          <a:p>
            <a:r>
              <a:rPr lang="en-US" sz="1600" b="0" dirty="0">
                <a:solidFill>
                  <a:schemeClr val="tx2"/>
                </a:solidFill>
              </a:rPr>
              <a:t>Presented by: ASL</a:t>
            </a:r>
            <a:endParaRPr lang="en-US" sz="1600" b="0" dirty="0">
              <a:solidFill>
                <a:schemeClr val="tx2"/>
              </a:solidFill>
            </a:endParaRPr>
          </a:p>
          <a:p>
            <a:endParaRPr lang="en-US" dirty="0"/>
          </a:p>
          <a:p>
            <a:r>
              <a:rPr lang="" altLang="en-US" sz="1600" b="0" dirty="0">
                <a:solidFill>
                  <a:schemeClr val="tx2"/>
                </a:solidFill>
              </a:rPr>
              <a:t>Apr</a:t>
            </a:r>
            <a:r>
              <a:rPr lang="en-US" altLang="zh-CN" sz="1600" b="0" dirty="0">
                <a:solidFill>
                  <a:schemeClr val="tx2"/>
                </a:solidFill>
              </a:rPr>
              <a:t> 202</a:t>
            </a:r>
            <a:r>
              <a:rPr lang="en-US" altLang="en-US" sz="1600" b="0" dirty="0">
                <a:solidFill>
                  <a:schemeClr val="tx2"/>
                </a:solidFill>
              </a:rPr>
              <a:t>6</a:t>
            </a:r>
            <a:endParaRPr lang="en-US" sz="1600" b="0" dirty="0">
              <a:solidFill>
                <a:schemeClr val="tx2"/>
              </a:solidFill>
            </a:endParaRPr>
          </a:p>
          <a:p>
            <a:endParaRPr lang="en-US" dirty="0"/>
          </a:p>
          <a:p>
            <a:pPr lvl="2"/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51855" y="204226"/>
            <a:ext cx="8324892" cy="413999"/>
          </a:xfrm>
        </p:spPr>
        <p:txBody>
          <a:bodyPr/>
          <a:lstStyle/>
          <a:p>
            <a:r>
              <a:rPr lang="" altLang="en-US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Scenario 1</a:t>
            </a:r>
            <a:endParaRPr lang="" altLang="en-US" dirty="0">
              <a:solidFill>
                <a:schemeClr val="accent1">
                  <a:lumMod val="75000"/>
                  <a:lumOff val="25000"/>
                </a:schemeClr>
              </a:solidFill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70180" y="506095"/>
            <a:ext cx="4392295" cy="754380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rtlCol="0" anchor="t">
            <a:noAutofit/>
          </a:bodyPr>
          <a:lstStyle/>
          <a:p>
            <a:pPr marL="177800" lvl="1" indent="-171450">
              <a:buFont typeface="Arial" panose="020B0604020202020204" pitchFamily="34" charset="0"/>
              <a:buChar char="•"/>
            </a:pPr>
            <a:r>
              <a:rPr lang="" altLang="en-US" sz="1000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Search a specific document category with exact keyword</a:t>
            </a:r>
            <a:endParaRPr lang="" altLang="en-US" sz="1000">
              <a:solidFill>
                <a:schemeClr val="accent1">
                  <a:lumMod val="75000"/>
                  <a:lumOff val="25000"/>
                </a:schemeClr>
              </a:solidFill>
              <a:sym typeface="+mn-ea"/>
            </a:endParaRPr>
          </a:p>
        </p:txBody>
      </p:sp>
      <p:pic>
        <p:nvPicPr>
          <p:cNvPr id="3" name="图片 2" descr="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2095" y="920115"/>
            <a:ext cx="7580630" cy="36531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51855" y="204226"/>
            <a:ext cx="8324892" cy="413999"/>
          </a:xfrm>
        </p:spPr>
        <p:txBody>
          <a:bodyPr/>
          <a:lstStyle/>
          <a:p>
            <a:r>
              <a:rPr lang="en-US" altLang="en-US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Scenario </a:t>
            </a:r>
            <a:r>
              <a:rPr lang="" altLang="en-US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2</a:t>
            </a:r>
            <a:endParaRPr lang="" altLang="en-US" dirty="0">
              <a:solidFill>
                <a:schemeClr val="accent1">
                  <a:lumMod val="75000"/>
                  <a:lumOff val="25000"/>
                </a:schemeClr>
              </a:solidFill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70180" y="506095"/>
            <a:ext cx="4392295" cy="754380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rtlCol="0" anchor="t">
            <a:noAutofit/>
          </a:bodyPr>
          <a:lstStyle/>
          <a:p>
            <a:pPr marL="177800" lvl="1" indent="-171450">
              <a:buFont typeface="Arial" panose="020B0604020202020204" pitchFamily="34" charset="0"/>
              <a:buChar char="•"/>
            </a:pPr>
            <a:r>
              <a:rPr lang="en-US" altLang="en-US" sz="1000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Search a specific document category with </a:t>
            </a:r>
            <a:r>
              <a:rPr lang="" altLang="en-US" sz="1000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date range condition</a:t>
            </a:r>
            <a:endParaRPr lang="" altLang="en-US" sz="1000">
              <a:solidFill>
                <a:schemeClr val="accent1">
                  <a:lumMod val="75000"/>
                  <a:lumOff val="25000"/>
                </a:schemeClr>
              </a:solidFill>
              <a:sym typeface="+mn-ea"/>
            </a:endParaRPr>
          </a:p>
        </p:txBody>
      </p:sp>
      <p:pic>
        <p:nvPicPr>
          <p:cNvPr id="5" name="图片 4" descr="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065" y="772160"/>
            <a:ext cx="7021195" cy="39846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51855" y="204226"/>
            <a:ext cx="8324892" cy="413999"/>
          </a:xfrm>
        </p:spPr>
        <p:txBody>
          <a:bodyPr/>
          <a:lstStyle/>
          <a:p>
            <a:r>
              <a:rPr lang="en-US" altLang="en-US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Scenario </a:t>
            </a:r>
            <a:r>
              <a:rPr lang="" altLang="en-US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3</a:t>
            </a:r>
            <a:endParaRPr lang="" altLang="en-US" dirty="0">
              <a:solidFill>
                <a:schemeClr val="accent1">
                  <a:lumMod val="75000"/>
                  <a:lumOff val="25000"/>
                </a:schemeClr>
              </a:solidFill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70180" y="506095"/>
            <a:ext cx="4392295" cy="754380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rtlCol="0" anchor="t">
            <a:noAutofit/>
          </a:bodyPr>
          <a:lstStyle/>
          <a:p>
            <a:pPr marL="177800" lvl="1" indent="-171450">
              <a:buFont typeface="Arial" panose="020B0604020202020204" pitchFamily="34" charset="0"/>
              <a:buChar char="•"/>
            </a:pPr>
            <a:r>
              <a:rPr lang="" altLang="en-US" sz="1000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Find similar case </a:t>
            </a:r>
            <a:endParaRPr lang="" altLang="en-US" sz="1000">
              <a:solidFill>
                <a:schemeClr val="accent1">
                  <a:lumMod val="75000"/>
                  <a:lumOff val="25000"/>
                </a:schemeClr>
              </a:solidFill>
              <a:sym typeface="+mn-ea"/>
            </a:endParaRPr>
          </a:p>
        </p:txBody>
      </p:sp>
      <p:pic>
        <p:nvPicPr>
          <p:cNvPr id="3" name="图片 2" descr="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2095" y="772160"/>
            <a:ext cx="7082155" cy="396621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51855" y="204226"/>
            <a:ext cx="8324892" cy="413999"/>
          </a:xfrm>
        </p:spPr>
        <p:txBody>
          <a:bodyPr/>
          <a:lstStyle/>
          <a:p>
            <a:r>
              <a:rPr lang="en-US" altLang="en-US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Scenario </a:t>
            </a:r>
            <a:r>
              <a:rPr lang="" altLang="en-US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4</a:t>
            </a:r>
            <a:endParaRPr lang="" altLang="en-US" dirty="0">
              <a:solidFill>
                <a:schemeClr val="accent1">
                  <a:lumMod val="75000"/>
                  <a:lumOff val="25000"/>
                </a:schemeClr>
              </a:solidFill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70180" y="506095"/>
            <a:ext cx="4392295" cy="754380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rtlCol="0" anchor="t">
            <a:noAutofit/>
          </a:bodyPr>
          <a:lstStyle/>
          <a:p>
            <a:pPr marL="177800" lvl="1" indent="-171450">
              <a:buFont typeface="Arial" panose="020B0604020202020204" pitchFamily="34" charset="0"/>
              <a:buChar char="•"/>
            </a:pPr>
            <a:r>
              <a:rPr lang="en-US" altLang="en-US" sz="1000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Find similar case </a:t>
            </a:r>
            <a:r>
              <a:rPr lang="" altLang="en-US" sz="1000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according to prompt</a:t>
            </a:r>
            <a:endParaRPr lang="" altLang="en-US" sz="1000">
              <a:solidFill>
                <a:schemeClr val="accent1">
                  <a:lumMod val="75000"/>
                  <a:lumOff val="25000"/>
                </a:schemeClr>
              </a:solidFill>
              <a:sym typeface="+mn-ea"/>
            </a:endParaRPr>
          </a:p>
        </p:txBody>
      </p:sp>
      <p:pic>
        <p:nvPicPr>
          <p:cNvPr id="5" name="图片 4" descr="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772160"/>
            <a:ext cx="6854190" cy="39243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51855" y="204226"/>
            <a:ext cx="8324892" cy="413999"/>
          </a:xfrm>
        </p:spPr>
        <p:txBody>
          <a:bodyPr/>
          <a:lstStyle/>
          <a:p>
            <a:r>
              <a:rPr lang="en-US" altLang="en-US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Scenario </a:t>
            </a:r>
            <a:r>
              <a:rPr lang="" altLang="en-US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5</a:t>
            </a:r>
            <a:endParaRPr lang="" altLang="en-US" dirty="0">
              <a:solidFill>
                <a:schemeClr val="accent1">
                  <a:lumMod val="75000"/>
                  <a:lumOff val="25000"/>
                </a:schemeClr>
              </a:solidFill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70180" y="506095"/>
            <a:ext cx="4392295" cy="754380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rtlCol="0" anchor="t">
            <a:noAutofit/>
          </a:bodyPr>
          <a:lstStyle/>
          <a:p>
            <a:pPr marL="177800" lvl="1" indent="-171450">
              <a:buFont typeface="Arial" panose="020B0604020202020204" pitchFamily="34" charset="0"/>
              <a:buChar char="•"/>
            </a:pPr>
            <a:r>
              <a:rPr lang="" altLang="en-US" sz="1000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AI assisting decision making</a:t>
            </a:r>
            <a:r>
              <a:rPr lang="en-US" altLang="en-US" sz="1000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 </a:t>
            </a:r>
            <a:endParaRPr lang="en-US" altLang="en-US" sz="1000">
              <a:solidFill>
                <a:schemeClr val="accent1">
                  <a:lumMod val="75000"/>
                  <a:lumOff val="25000"/>
                </a:schemeClr>
              </a:solidFill>
              <a:sym typeface="+mn-ea"/>
            </a:endParaRPr>
          </a:p>
        </p:txBody>
      </p:sp>
      <p:pic>
        <p:nvPicPr>
          <p:cNvPr id="3" name="图片 2" descr="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18105" y="204470"/>
            <a:ext cx="4808220" cy="453961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51855" y="204226"/>
            <a:ext cx="8324892" cy="413999"/>
          </a:xfrm>
        </p:spPr>
        <p:txBody>
          <a:bodyPr/>
          <a:lstStyle/>
          <a:p>
            <a:r>
              <a:rPr lang="en-US" altLang="en-US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Scenario </a:t>
            </a:r>
            <a:r>
              <a:rPr lang="" altLang="en-US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6</a:t>
            </a:r>
            <a:endParaRPr lang="" altLang="en-US" dirty="0">
              <a:solidFill>
                <a:schemeClr val="accent1">
                  <a:lumMod val="75000"/>
                  <a:lumOff val="25000"/>
                </a:schemeClr>
              </a:solidFill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70180" y="506095"/>
            <a:ext cx="4392295" cy="754380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rtlCol="0" anchor="t">
            <a:noAutofit/>
          </a:bodyPr>
          <a:lstStyle/>
          <a:p>
            <a:pPr marL="177800" lvl="1" indent="-171450">
              <a:buFont typeface="Arial" panose="020B0604020202020204" pitchFamily="34" charset="0"/>
              <a:buChar char="•"/>
            </a:pPr>
            <a:r>
              <a:rPr lang="" altLang="en-US" sz="1000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Complex condition search </a:t>
            </a:r>
            <a:r>
              <a:rPr lang="en-US" altLang="en-US" sz="1000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 </a:t>
            </a:r>
            <a:endParaRPr lang="en-US" altLang="en-US" sz="1000">
              <a:solidFill>
                <a:schemeClr val="accent1">
                  <a:lumMod val="75000"/>
                  <a:lumOff val="25000"/>
                </a:schemeClr>
              </a:solidFill>
              <a:sym typeface="+mn-ea"/>
            </a:endParaRPr>
          </a:p>
        </p:txBody>
      </p:sp>
      <p:pic>
        <p:nvPicPr>
          <p:cNvPr id="5" name="图片 4" descr="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98140" y="248285"/>
            <a:ext cx="5102860" cy="47402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51855" y="204226"/>
            <a:ext cx="8324892" cy="413999"/>
          </a:xfrm>
        </p:spPr>
        <p:txBody>
          <a:bodyPr/>
          <a:lstStyle/>
          <a:p>
            <a:r>
              <a:rPr lang="en-US" altLang="en-US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Scenario </a:t>
            </a:r>
            <a:r>
              <a:rPr lang="" altLang="en-US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7</a:t>
            </a:r>
            <a:endParaRPr lang="" altLang="en-US" dirty="0">
              <a:solidFill>
                <a:schemeClr val="accent1">
                  <a:lumMod val="75000"/>
                  <a:lumOff val="25000"/>
                </a:schemeClr>
              </a:solidFill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70180" y="506095"/>
            <a:ext cx="4392295" cy="754380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rtlCol="0" anchor="t">
            <a:noAutofit/>
          </a:bodyPr>
          <a:lstStyle/>
          <a:p>
            <a:pPr marL="177800" lvl="1" indent="-171450">
              <a:buFont typeface="Arial" panose="020B0604020202020204" pitchFamily="34" charset="0"/>
              <a:buChar char="•"/>
            </a:pPr>
            <a:r>
              <a:rPr lang="" altLang="en-US" sz="1000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Find and summarize document</a:t>
            </a:r>
            <a:r>
              <a:rPr lang="en-US" altLang="en-US" sz="1000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 </a:t>
            </a:r>
            <a:r>
              <a:rPr lang="en-US" altLang="en-US" sz="1000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 </a:t>
            </a:r>
            <a:endParaRPr lang="en-US" altLang="en-US" sz="1000">
              <a:solidFill>
                <a:schemeClr val="accent1">
                  <a:lumMod val="75000"/>
                  <a:lumOff val="25000"/>
                </a:schemeClr>
              </a:solidFill>
              <a:sym typeface="+mn-ea"/>
            </a:endParaRPr>
          </a:p>
        </p:txBody>
      </p:sp>
      <p:pic>
        <p:nvPicPr>
          <p:cNvPr id="6" name="图片 5" descr="7(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12365" y="557530"/>
            <a:ext cx="5994400" cy="39192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51855" y="204226"/>
            <a:ext cx="8324892" cy="413999"/>
          </a:xfrm>
        </p:spPr>
        <p:txBody>
          <a:bodyPr/>
          <a:lstStyle/>
          <a:p>
            <a:r>
              <a:rPr lang="en-US" altLang="en-US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Scenario </a:t>
            </a:r>
            <a:r>
              <a:rPr lang="" altLang="en-US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8</a:t>
            </a:r>
            <a:endParaRPr lang="" altLang="en-US" dirty="0">
              <a:solidFill>
                <a:schemeClr val="accent1">
                  <a:lumMod val="75000"/>
                  <a:lumOff val="25000"/>
                </a:schemeClr>
              </a:solidFill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70180" y="506095"/>
            <a:ext cx="4392295" cy="754380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rtlCol="0" anchor="t">
            <a:noAutofit/>
          </a:bodyPr>
          <a:lstStyle/>
          <a:p>
            <a:pPr marL="177800" lvl="1" indent="-171450">
              <a:buFont typeface="Arial" panose="020B0604020202020204" pitchFamily="34" charset="0"/>
              <a:buChar char="•"/>
            </a:pPr>
            <a:r>
              <a:rPr lang="" altLang="en-US" sz="1000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Find and summarize a document</a:t>
            </a:r>
            <a:r>
              <a:rPr lang="en-US" altLang="en-US" sz="1000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 </a:t>
            </a:r>
            <a:r>
              <a:rPr lang="en-US" altLang="en-US" sz="1000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 </a:t>
            </a:r>
            <a:endParaRPr lang="en-US" altLang="en-US" sz="1000">
              <a:solidFill>
                <a:schemeClr val="accent1">
                  <a:lumMod val="75000"/>
                  <a:lumOff val="25000"/>
                </a:schemeClr>
              </a:solidFill>
              <a:sym typeface="+mn-ea"/>
            </a:endParaRPr>
          </a:p>
        </p:txBody>
      </p:sp>
      <p:pic>
        <p:nvPicPr>
          <p:cNvPr id="6" name="图片 5" descr="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33065" y="300355"/>
            <a:ext cx="4831080" cy="454215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51855" y="204226"/>
            <a:ext cx="8324892" cy="413999"/>
          </a:xfrm>
        </p:spPr>
        <p:txBody>
          <a:bodyPr/>
          <a:lstStyle/>
          <a:p>
            <a:r>
              <a:rPr lang="en-US" altLang="en-US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Scenario </a:t>
            </a:r>
            <a:r>
              <a:rPr lang="" altLang="en-US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9</a:t>
            </a:r>
            <a:endParaRPr lang="" altLang="en-US" dirty="0">
              <a:solidFill>
                <a:schemeClr val="accent1">
                  <a:lumMod val="75000"/>
                  <a:lumOff val="25000"/>
                </a:schemeClr>
              </a:solidFill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70180" y="506095"/>
            <a:ext cx="4392295" cy="754380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rtlCol="0" anchor="t">
            <a:noAutofit/>
          </a:bodyPr>
          <a:lstStyle/>
          <a:p>
            <a:pPr marL="177800" lvl="1" indent="-171450">
              <a:buFont typeface="Arial" panose="020B0604020202020204" pitchFamily="34" charset="0"/>
              <a:buChar char="•"/>
            </a:pPr>
            <a:r>
              <a:rPr lang="" altLang="en-US" sz="1000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Count the number of documents</a:t>
            </a:r>
            <a:r>
              <a:rPr lang="en-US" altLang="en-US" sz="1000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 </a:t>
            </a:r>
            <a:r>
              <a:rPr lang="en-US" altLang="en-US" sz="1000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 </a:t>
            </a:r>
            <a:endParaRPr lang="en-US" altLang="en-US" sz="1000">
              <a:solidFill>
                <a:schemeClr val="accent1">
                  <a:lumMod val="75000"/>
                  <a:lumOff val="25000"/>
                </a:schemeClr>
              </a:solidFill>
              <a:sym typeface="+mn-ea"/>
            </a:endParaRPr>
          </a:p>
        </p:txBody>
      </p:sp>
      <p:pic>
        <p:nvPicPr>
          <p:cNvPr id="5" name="图片 4" descr="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1955" y="772160"/>
            <a:ext cx="6353810" cy="400177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51855" y="204226"/>
            <a:ext cx="8324892" cy="413999"/>
          </a:xfrm>
        </p:spPr>
        <p:txBody>
          <a:bodyPr/>
          <a:lstStyle/>
          <a:p>
            <a:r>
              <a:rPr lang="en-US" altLang="en-US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Scenario </a:t>
            </a:r>
            <a:r>
              <a:rPr lang="" altLang="en-US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10</a:t>
            </a:r>
            <a:endParaRPr lang="" altLang="en-US" dirty="0">
              <a:solidFill>
                <a:schemeClr val="accent1">
                  <a:lumMod val="75000"/>
                  <a:lumOff val="25000"/>
                </a:schemeClr>
              </a:solidFill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70180" y="506095"/>
            <a:ext cx="4392295" cy="754380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rtlCol="0" anchor="t">
            <a:noAutofit/>
          </a:bodyPr>
          <a:lstStyle/>
          <a:p>
            <a:pPr marL="177800" lvl="1" indent="-171450">
              <a:buFont typeface="Arial" panose="020B0604020202020204" pitchFamily="34" charset="0"/>
              <a:buChar char="•"/>
            </a:pPr>
            <a:r>
              <a:rPr lang="en-US" altLang="zh-CN" sz="1000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OCR capabilities to extract the field contents (including those handwritten ones) shown on the document (e.g. form) after scanning</a:t>
            </a:r>
            <a:endParaRPr lang="en-US" altLang="zh-CN" sz="1000">
              <a:solidFill>
                <a:schemeClr val="accent1">
                  <a:lumMod val="75000"/>
                  <a:lumOff val="25000"/>
                </a:schemeClr>
              </a:solidFill>
              <a:sym typeface="+mn-ea"/>
            </a:endParaRPr>
          </a:p>
        </p:txBody>
      </p:sp>
      <p:pic>
        <p:nvPicPr>
          <p:cNvPr id="5" name="图片 4" descr="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310" y="875665"/>
            <a:ext cx="5759450" cy="39147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51855" y="204226"/>
            <a:ext cx="8324892" cy="413999"/>
          </a:xfrm>
        </p:spPr>
        <p:txBody>
          <a:bodyPr/>
          <a:lstStyle/>
          <a:p>
            <a:r>
              <a:rPr lang="en-US" altLang="en-US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Scenario 1</a:t>
            </a:r>
            <a:r>
              <a:rPr lang="" altLang="en-US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1</a:t>
            </a:r>
            <a:endParaRPr lang="" altLang="en-US" dirty="0">
              <a:solidFill>
                <a:schemeClr val="accent1">
                  <a:lumMod val="75000"/>
                  <a:lumOff val="25000"/>
                </a:schemeClr>
              </a:solidFill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70180" y="506095"/>
            <a:ext cx="8357870" cy="636270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rtlCol="0" anchor="t">
            <a:noAutofit/>
          </a:bodyPr>
          <a:lstStyle/>
          <a:p>
            <a:pPr marL="177800" lvl="1" indent="-171450">
              <a:buFont typeface="Arial" panose="020B0604020202020204" pitchFamily="34" charset="0"/>
              <a:buChar char="•"/>
            </a:pPr>
            <a:r>
              <a:rPr lang="en-US" altLang="zh-CN" sz="1000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Correct filing of the uploaded documents to the designated folder.</a:t>
            </a:r>
            <a:endParaRPr lang="en-US" altLang="zh-CN" sz="1000">
              <a:solidFill>
                <a:schemeClr val="accent1">
                  <a:lumMod val="75000"/>
                  <a:lumOff val="25000"/>
                </a:schemeClr>
              </a:solidFill>
              <a:sym typeface="+mn-ea"/>
            </a:endParaRPr>
          </a:p>
          <a:p>
            <a:pPr marL="177800" lvl="1" indent="-171450">
              <a:buFont typeface="Arial" panose="020B0604020202020204" pitchFamily="34" charset="0"/>
              <a:buChar char="•"/>
            </a:pPr>
            <a:r>
              <a:rPr lang="" altLang="en-US" sz="1000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The system will file the document to correct folder according to the OCRed content</a:t>
            </a:r>
            <a:endParaRPr lang="" altLang="en-US" sz="1000">
              <a:solidFill>
                <a:schemeClr val="accent1">
                  <a:lumMod val="75000"/>
                  <a:lumOff val="25000"/>
                </a:schemeClr>
              </a:solidFill>
              <a:sym typeface="+mn-ea"/>
            </a:endParaRPr>
          </a:p>
        </p:txBody>
      </p:sp>
      <p:pic>
        <p:nvPicPr>
          <p:cNvPr id="5" name="图片 4" descr="11-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5765" y="918210"/>
            <a:ext cx="6346190" cy="2531745"/>
          </a:xfrm>
          <a:prstGeom prst="rect">
            <a:avLst/>
          </a:prstGeom>
        </p:spPr>
      </p:pic>
      <p:pic>
        <p:nvPicPr>
          <p:cNvPr id="6" name="图片 5" descr="11-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3355" y="1851660"/>
            <a:ext cx="4355465" cy="282257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Thank you.</a:t>
            </a:r>
            <a:endParaRPr lang="en-US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YjcwMWM0YjEyNDI2OTZjZTEwZmRlYzNiN2Y2ZmQ2OWMifQ=="/>
</p:tagLst>
</file>

<file path=ppt/theme/theme1.xml><?xml version="1.0" encoding="utf-8"?>
<a:theme xmlns:a="http://schemas.openxmlformats.org/drawingml/2006/main" name="1. Basic slides">
  <a:themeElements>
    <a:clrScheme name="ASL">
      <a:dk1>
        <a:srgbClr val="465A6E"/>
      </a:dk1>
      <a:lt1>
        <a:srgbClr val="DBDBDB"/>
      </a:lt1>
      <a:dk2>
        <a:srgbClr val="000000"/>
      </a:dk2>
      <a:lt2>
        <a:srgbClr val="FFFFFF"/>
      </a:lt2>
      <a:accent1>
        <a:srgbClr val="005AAA"/>
      </a:accent1>
      <a:accent2>
        <a:srgbClr val="052D5F"/>
      </a:accent2>
      <a:accent3>
        <a:srgbClr val="0087FF"/>
      </a:accent3>
      <a:accent4>
        <a:srgbClr val="00B9FF"/>
      </a:accent4>
      <a:accent5>
        <a:srgbClr val="005AAA"/>
      </a:accent5>
      <a:accent6>
        <a:srgbClr val="052D5F"/>
      </a:accent6>
      <a:hlink>
        <a:srgbClr val="00DCFF"/>
      </a:hlink>
      <a:folHlink>
        <a:srgbClr val="00DCFF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</a:spPr>
      <a:bodyPr lIns="0" tIns="0" rIns="0" bIns="0" rtlCol="0" anchor="t" anchorCtr="0"/>
      <a:lstStyle>
        <a:defPPr algn="l">
          <a:defRPr kumimoji="1" dirty="0" err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ln w="12700">
          <a:miter lim="400000"/>
        </a:ln>
      </a:spPr>
      <a:bodyPr wrap="square" lIns="50800" tIns="50800" rIns="50800" bIns="50800" rtlCol="0">
        <a:spAutoFit/>
      </a:bodyPr>
      <a:lstStyle>
        <a:defPPr marL="0" algn="l">
          <a:spcBef>
            <a:spcPts val="0"/>
          </a:spcBef>
          <a:defRPr sz="1500" dirty="0" err="1" smtClean="0">
            <a:ea typeface="Open Sans SemiBold"/>
            <a:cs typeface="Open Sans SemiBold"/>
            <a:sym typeface="Open Sans SemiBold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. Optional slides">
  <a:themeElements>
    <a:clrScheme name="ASL">
      <a:dk1>
        <a:srgbClr val="465A6E"/>
      </a:dk1>
      <a:lt1>
        <a:srgbClr val="DBDBDB"/>
      </a:lt1>
      <a:dk2>
        <a:srgbClr val="000000"/>
      </a:dk2>
      <a:lt2>
        <a:srgbClr val="FFFFFF"/>
      </a:lt2>
      <a:accent1>
        <a:srgbClr val="005AAA"/>
      </a:accent1>
      <a:accent2>
        <a:srgbClr val="052D5F"/>
      </a:accent2>
      <a:accent3>
        <a:srgbClr val="0087FF"/>
      </a:accent3>
      <a:accent4>
        <a:srgbClr val="00B9FF"/>
      </a:accent4>
      <a:accent5>
        <a:srgbClr val="005AAA"/>
      </a:accent5>
      <a:accent6>
        <a:srgbClr val="052D5F"/>
      </a:accent6>
      <a:hlink>
        <a:srgbClr val="00DCFF"/>
      </a:hlink>
      <a:folHlink>
        <a:srgbClr val="00DCFF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</a:spPr>
      <a:bodyPr lIns="0" tIns="0" rIns="0" bIns="0" rtlCol="0" anchor="t" anchorCtr="0"/>
      <a:lstStyle>
        <a:defPPr algn="l">
          <a:defRPr kumimoji="1" dirty="0" err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ln w="12700">
          <a:miter lim="400000"/>
        </a:ln>
      </a:spPr>
      <a:bodyPr wrap="square" lIns="50800" tIns="50800" rIns="50800" bIns="50800" rtlCol="0">
        <a:spAutoFit/>
      </a:bodyPr>
      <a:lstStyle>
        <a:defPPr algn="l">
          <a:spcBef>
            <a:spcPts val="0"/>
          </a:spcBef>
          <a:defRPr sz="1500" dirty="0" err="1" smtClean="0">
            <a:solidFill>
              <a:srgbClr val="465A6E"/>
            </a:solidFill>
            <a:latin typeface="+mn-lt"/>
            <a:ea typeface="Open Sans SemiBold"/>
            <a:cs typeface="Open Sans SemiBold"/>
            <a:sym typeface="Open Sans SemiBold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. Optional - Sector slides">
  <a:themeElements>
    <a:clrScheme name="ASL">
      <a:dk1>
        <a:srgbClr val="465A6E"/>
      </a:dk1>
      <a:lt1>
        <a:srgbClr val="DBDBDB"/>
      </a:lt1>
      <a:dk2>
        <a:srgbClr val="000000"/>
      </a:dk2>
      <a:lt2>
        <a:srgbClr val="FFFFFF"/>
      </a:lt2>
      <a:accent1>
        <a:srgbClr val="005AAA"/>
      </a:accent1>
      <a:accent2>
        <a:srgbClr val="052D5F"/>
      </a:accent2>
      <a:accent3>
        <a:srgbClr val="0087FF"/>
      </a:accent3>
      <a:accent4>
        <a:srgbClr val="00B9FF"/>
      </a:accent4>
      <a:accent5>
        <a:srgbClr val="005AAA"/>
      </a:accent5>
      <a:accent6>
        <a:srgbClr val="052D5F"/>
      </a:accent6>
      <a:hlink>
        <a:srgbClr val="00DCFF"/>
      </a:hlink>
      <a:folHlink>
        <a:srgbClr val="00DCFF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</a:spPr>
      <a:bodyPr lIns="0" tIns="0" rIns="0" bIns="0" rtlCol="0" anchor="t" anchorCtr="0"/>
      <a:lstStyle>
        <a:defPPr algn="l">
          <a:defRPr kumimoji="1" dirty="0" err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ln w="12700">
          <a:miter lim="400000"/>
        </a:ln>
      </a:spPr>
      <a:bodyPr wrap="square" lIns="50800" tIns="50800" rIns="50800" bIns="50800" rtlCol="0">
        <a:spAutoFit/>
      </a:bodyPr>
      <a:lstStyle>
        <a:defPPr algn="l">
          <a:spcBef>
            <a:spcPts val="0"/>
          </a:spcBef>
          <a:defRPr sz="1500" dirty="0" err="1" smtClean="0">
            <a:solidFill>
              <a:srgbClr val="465A6E"/>
            </a:solidFill>
            <a:latin typeface="+mn-lt"/>
            <a:ea typeface="Open Sans SemiBold"/>
            <a:cs typeface="Open Sans SemiBold"/>
            <a:sym typeface="Open Sans SemiBold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4. Optional - DevSecOps slides">
  <a:themeElements>
    <a:clrScheme name="ASL">
      <a:dk1>
        <a:srgbClr val="465A6E"/>
      </a:dk1>
      <a:lt1>
        <a:srgbClr val="DBDBDB"/>
      </a:lt1>
      <a:dk2>
        <a:srgbClr val="000000"/>
      </a:dk2>
      <a:lt2>
        <a:srgbClr val="FFFFFF"/>
      </a:lt2>
      <a:accent1>
        <a:srgbClr val="005AAA"/>
      </a:accent1>
      <a:accent2>
        <a:srgbClr val="052D5F"/>
      </a:accent2>
      <a:accent3>
        <a:srgbClr val="0087FF"/>
      </a:accent3>
      <a:accent4>
        <a:srgbClr val="00B9FF"/>
      </a:accent4>
      <a:accent5>
        <a:srgbClr val="005AAA"/>
      </a:accent5>
      <a:accent6>
        <a:srgbClr val="052D5F"/>
      </a:accent6>
      <a:hlink>
        <a:srgbClr val="00DCFF"/>
      </a:hlink>
      <a:folHlink>
        <a:srgbClr val="00DCFF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</a:spPr>
      <a:bodyPr lIns="0" tIns="0" rIns="0" bIns="0" rtlCol="0" anchor="t" anchorCtr="0"/>
      <a:lstStyle>
        <a:defPPr algn="l">
          <a:defRPr kumimoji="1" dirty="0" err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ln w="12700">
          <a:miter lim="400000"/>
        </a:ln>
      </a:spPr>
      <a:bodyPr wrap="square" lIns="50800" tIns="50800" rIns="50800" bIns="50800" rtlCol="0">
        <a:spAutoFit/>
      </a:bodyPr>
      <a:lstStyle>
        <a:defPPr algn="l">
          <a:spcBef>
            <a:spcPts val="0"/>
          </a:spcBef>
          <a:defRPr sz="1500" dirty="0" err="1" smtClean="0">
            <a:solidFill>
              <a:srgbClr val="465A6E"/>
            </a:solidFill>
            <a:latin typeface="+mn-lt"/>
            <a:ea typeface="Open Sans SemiBold"/>
            <a:cs typeface="Open Sans SemiBold"/>
            <a:sym typeface="Open Sans SemiBold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5. Color palette">
  <a:themeElements>
    <a:clrScheme name="ASL">
      <a:dk1>
        <a:srgbClr val="465A6E"/>
      </a:dk1>
      <a:lt1>
        <a:srgbClr val="DBDBDB"/>
      </a:lt1>
      <a:dk2>
        <a:srgbClr val="000000"/>
      </a:dk2>
      <a:lt2>
        <a:srgbClr val="FFFFFF"/>
      </a:lt2>
      <a:accent1>
        <a:srgbClr val="005AAA"/>
      </a:accent1>
      <a:accent2>
        <a:srgbClr val="052D5F"/>
      </a:accent2>
      <a:accent3>
        <a:srgbClr val="0087FF"/>
      </a:accent3>
      <a:accent4>
        <a:srgbClr val="00B9FF"/>
      </a:accent4>
      <a:accent5>
        <a:srgbClr val="005AAA"/>
      </a:accent5>
      <a:accent6>
        <a:srgbClr val="052D5F"/>
      </a:accent6>
      <a:hlink>
        <a:srgbClr val="00DCFF"/>
      </a:hlink>
      <a:folHlink>
        <a:srgbClr val="00DCFF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</a:spPr>
      <a:bodyPr lIns="0" tIns="0" rIns="0" bIns="0" rtlCol="0" anchor="t" anchorCtr="0"/>
      <a:lstStyle>
        <a:defPPr algn="l">
          <a:defRPr kumimoji="1" dirty="0" err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ln w="12700">
          <a:miter lim="400000"/>
        </a:ln>
      </a:spPr>
      <a:bodyPr wrap="square" lIns="50800" tIns="50800" rIns="50800" bIns="50800" rtlCol="0">
        <a:spAutoFit/>
      </a:bodyPr>
      <a:lstStyle>
        <a:defPPr algn="l">
          <a:spcBef>
            <a:spcPts val="2200"/>
          </a:spcBef>
          <a:defRPr sz="1500" dirty="0" err="1" smtClean="0">
            <a:solidFill>
              <a:srgbClr val="465A6E"/>
            </a:solidFill>
            <a:latin typeface="+mn-lt"/>
            <a:ea typeface="Open Sans SemiBold"/>
            <a:cs typeface="Open Sans SemiBold"/>
            <a:sym typeface="Open Sans SemiBold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819</Words>
  <Application>WPS 演示</Application>
  <PresentationFormat>On-screen Show (16:9)</PresentationFormat>
  <Paragraphs>57</Paragraphs>
  <Slides>13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13</vt:i4>
      </vt:variant>
    </vt:vector>
  </HeadingPairs>
  <TitlesOfParts>
    <vt:vector size="31" baseType="lpstr">
      <vt:lpstr>Arial</vt:lpstr>
      <vt:lpstr>SimSun</vt:lpstr>
      <vt:lpstr>Wingdings</vt:lpstr>
      <vt:lpstr>Open Sans SemiBold</vt:lpstr>
      <vt:lpstr>Segoe Print</vt:lpstr>
      <vt:lpstr>MingLiU-ExtB</vt:lpstr>
      <vt:lpstr>Mulish ExtraBold</vt:lpstr>
      <vt:lpstr>Arial</vt:lpstr>
      <vt:lpstr>Microsoft YaHei</vt:lpstr>
      <vt:lpstr>Arial Unicode MS</vt:lpstr>
      <vt:lpstr>Calibri</vt:lpstr>
      <vt:lpstr>DengXian</vt:lpstr>
      <vt:lpstr>PMingLiU</vt:lpstr>
      <vt:lpstr>1. Basic slides</vt:lpstr>
      <vt:lpstr>2. Optional slides</vt:lpstr>
      <vt:lpstr>3. Optional - Sector slides</vt:lpstr>
      <vt:lpstr>4. Optional - DevSecOps slides</vt:lpstr>
      <vt:lpstr>5. Color palette</vt:lpstr>
      <vt:lpstr>PowerPoint 演示文稿</vt:lpstr>
      <vt:lpstr>Folder Level Access Rights</vt:lpstr>
      <vt:lpstr>Scenario 1</vt:lpstr>
      <vt:lpstr>Scenario 2</vt:lpstr>
      <vt:lpstr>Scenario 3</vt:lpstr>
      <vt:lpstr>Scenario 4</vt:lpstr>
      <vt:lpstr>Scenario 5</vt:lpstr>
      <vt:lpstr>Scenario 6</vt:lpstr>
      <vt:lpstr>Scenario 7</vt:lpstr>
      <vt:lpstr>Scenario 8</vt:lpstr>
      <vt:lpstr>Scenario 9</vt:lpstr>
      <vt:lpstr>Scenario 10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ASL</dc:creator>
  <cp:lastModifiedBy>肥猫</cp:lastModifiedBy>
  <cp:revision>451</cp:revision>
  <dcterms:created xsi:type="dcterms:W3CDTF">2021-12-01T06:52:00Z</dcterms:created>
  <dcterms:modified xsi:type="dcterms:W3CDTF">2026-05-21T10:23:40Z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B9038F1B8E6A4EB3B12F4861720E2009_13</vt:lpwstr>
  </property>
  <property fmtid="{D5CDD505-2E9C-101B-9397-08002B2CF9AE}" pid="3" name="KSOProductBuildVer">
    <vt:lpwstr>2052-12.1.0.26375</vt:lpwstr>
  </property>
</Properties>
</file>