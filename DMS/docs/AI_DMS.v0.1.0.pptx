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ov" ContentType="video/quicktime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7.svg" ContentType="image/svg+xml"/>
  <Override PartName="/ppt/media/image19.svg" ContentType="image/svg+xml"/>
  <Override PartName="/ppt/media/image21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70" r:id="rId4"/>
    <p:sldMasterId id="2147483677" r:id="rId5"/>
    <p:sldMasterId id="2147483681" r:id="rId6"/>
    <p:sldMasterId id="2147483683" r:id="rId7"/>
    <p:sldMasterId id="2147483691" r:id="rId8"/>
    <p:sldMasterId id="2147483699" r:id="rId9"/>
    <p:sldMasterId id="2147483707" r:id="rId10"/>
    <p:sldMasterId id="2147483715" r:id="rId11"/>
    <p:sldMasterId id="2147483723" r:id="rId12"/>
    <p:sldMasterId id="2147483731" r:id="rId13"/>
    <p:sldMasterId id="2147483739" r:id="rId14"/>
  </p:sldMasterIdLst>
  <p:notesMasterIdLst>
    <p:notesMasterId r:id="rId18"/>
  </p:notesMasterIdLst>
  <p:handoutMasterIdLst>
    <p:handoutMasterId r:id="rId31"/>
  </p:handoutMasterIdLst>
  <p:sldIdLst>
    <p:sldId id="343" r:id="rId15"/>
    <p:sldId id="365" r:id="rId16"/>
    <p:sldId id="383" r:id="rId17"/>
    <p:sldId id="364" r:id="rId19"/>
    <p:sldId id="366" r:id="rId20"/>
    <p:sldId id="406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325" r:id="rId29"/>
    <p:sldId id="279" r:id="rId30"/>
  </p:sldIdLst>
  <p:sldSz cx="9144000" cy="5143500" type="screen16x9"/>
  <p:notesSz cx="6858000" cy="9144000"/>
  <p:custDataLst>
    <p:tags r:id="rId35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5AAA"/>
    <a:srgbClr val="465A6E"/>
    <a:srgbClr val="F7F7F7"/>
    <a:srgbClr val="FFFFFF"/>
    <a:srgbClr val="373737"/>
    <a:srgbClr val="A4A4A4"/>
    <a:srgbClr val="C5C5C5"/>
    <a:srgbClr val="D7DEE5"/>
    <a:srgbClr val="AEB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85158" autoAdjust="0"/>
  </p:normalViewPr>
  <p:slideViewPr>
    <p:cSldViewPr>
      <p:cViewPr>
        <p:scale>
          <a:sx n="140" d="100"/>
          <a:sy n="140" d="100"/>
        </p:scale>
        <p:origin x="804" y="-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884" y="76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5" Type="http://schemas.openxmlformats.org/officeDocument/2006/relationships/tags" Target="tags/tag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1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4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0" Type="http://schemas.openxmlformats.org/officeDocument/2006/relationships/slide" Target="slides/slide5.xml"/><Relationship Id="rId2" Type="http://schemas.openxmlformats.org/officeDocument/2006/relationships/theme" Target="theme/theme1.xml"/><Relationship Id="rId19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slide" Target="slides/slide1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2F159-0795-400A-ADEA-AD454C9E6C44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2B7DBF-7562-4C0C-8DED-D8962C01DD17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0BD2D-B7C1-40B5-861F-B51231545FDF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Building dataset &gt; update BR year built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List of Demolished Buildings &gt; update BR status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Index of OC &gt; update name of Owners’ Corporations (OC) </a:t>
            </a:r>
            <a:r>
              <a:rPr lang="zh-TW" altLang="en-US" dirty="0"/>
              <a:t>業主立案法團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Namespace 1: normal application without GNET/Internet traffic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2: Service Mesh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3: GNET outbound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Namespace 4: Internet outbound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Application Deployment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1. Build image locally with Docker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2. Push the image to Azure Registry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3. Login OpenShift with Putty, pull image from Azure Registry and push to Nexus Registry of TT (For Production, image is pull from Azure Registry to Object Storage)</a:t>
            </a:r>
            <a:endParaRPr lang="en-US" dirty="0"/>
          </a:p>
          <a:p>
            <a:pPr marL="514350" lvl="1" indent="-171450">
              <a:buFontTx/>
              <a:buChar char="-"/>
            </a:pPr>
            <a:r>
              <a:rPr lang="en-US" dirty="0"/>
              <a:t>4. Run OpenShift command to deploy latest image</a:t>
            </a:r>
            <a:endParaRPr lang="en-US" dirty="0"/>
          </a:p>
          <a:p>
            <a:pPr marL="342900" lvl="1" indent="0">
              <a:buFontTx/>
              <a:buNone/>
            </a:pPr>
            <a:endParaRPr lang="en-US" dirty="0"/>
          </a:p>
          <a:p>
            <a:pPr marL="171450" lvl="0" indent="-171450">
              <a:buFontTx/>
              <a:buChar char="-"/>
            </a:pPr>
            <a:r>
              <a:rPr lang="en-US" dirty="0" err="1"/>
              <a:t>Dockerfile</a:t>
            </a:r>
            <a:r>
              <a:rPr lang="en-US" dirty="0"/>
              <a:t>: </a:t>
            </a:r>
            <a:r>
              <a:rPr lang="en-US" dirty="0" err="1"/>
              <a:t>openjdk</a:t>
            </a:r>
            <a:r>
              <a:rPr lang="en-US" dirty="0"/>
              <a:t> 17, nginx, tomcat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|   © 2023 Automated Systems Holdings Limited and/or its affiliates. All rights reserved.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D26C5F-69E8-4CD7-9160-6E8C775358E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1.mov"/><Relationship Id="rId2" Type="http://schemas.openxmlformats.org/officeDocument/2006/relationships/video" Target="../media/media1.mov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2.mov"/><Relationship Id="rId2" Type="http://schemas.openxmlformats.org/officeDocument/2006/relationships/video" Target="../media/media2.mov"/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2.mov"/><Relationship Id="rId2" Type="http://schemas.openxmlformats.org/officeDocument/2006/relationships/video" Target="../media/media2.mov"/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2.mov"/><Relationship Id="rId2" Type="http://schemas.openxmlformats.org/officeDocument/2006/relationships/video" Target="../media/media2.mov"/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2.mov"/><Relationship Id="rId2" Type="http://schemas.openxmlformats.org/officeDocument/2006/relationships/video" Target="../media/media2.mov"/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9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9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2.mov"/><Relationship Id="rId2" Type="http://schemas.openxmlformats.org/officeDocument/2006/relationships/video" Target="../media/media2.mov"/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2.mov"/><Relationship Id="rId2" Type="http://schemas.openxmlformats.org/officeDocument/2006/relationships/video" Target="../media/media2.mov"/><Relationship Id="rId1" Type="http://schemas.openxmlformats.org/officeDocument/2006/relationships/slideMaster" Target="../slideMasters/slideMaster1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1.xml"/></Relationships>
</file>

<file path=ppt/slideLayouts/_rels/slideLayout73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2.mov"/><Relationship Id="rId2" Type="http://schemas.openxmlformats.org/officeDocument/2006/relationships/video" Target="../media/media2.mov"/><Relationship Id="rId1" Type="http://schemas.openxmlformats.org/officeDocument/2006/relationships/slideMaster" Target="../slideMasters/slideMaster1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2.xml"/></Relationships>
</file>

<file path=ppt/slideLayouts/_rels/slideLayout80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3" Type="http://schemas.microsoft.com/office/2007/relationships/media" Target="../media/media2.mov"/><Relationship Id="rId2" Type="http://schemas.openxmlformats.org/officeDocument/2006/relationships/video" Target="../media/media2.mov"/><Relationship Id="rId1" Type="http://schemas.openxmlformats.org/officeDocument/2006/relationships/slideMaster" Target="../slideMasters/slideMaster1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3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3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buBlip>
                <a:blip r:embed="rId3"/>
              </a:buBlip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(Text onl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1278001"/>
            <a:ext cx="3755260" cy="3494025"/>
          </a:xfrm>
          <a:prstGeom prst="rect">
            <a:avLst/>
          </a:prstGeom>
        </p:spPr>
        <p:txBody>
          <a:bodyPr/>
          <a:lstStyle>
            <a:lvl3pPr marL="202565" indent="-202565">
              <a:defRPr/>
            </a:lvl3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4989260" y="1278001"/>
            <a:ext cx="3731633" cy="34940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pic>
        <p:nvPicPr>
          <p:cNvPr id="1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tx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 marL="202565" indent="-202565">
              <a:buClr>
                <a:schemeClr val="bg2"/>
              </a:buClr>
              <a:buFontTx/>
              <a:buBlip>
                <a:blip r:embed="rId2"/>
              </a:buBlip>
              <a:defRPr>
                <a:solidFill>
                  <a:schemeClr val="bg2"/>
                </a:solidFill>
              </a:defRPr>
            </a:lvl3pPr>
            <a:lvl4pPr marL="404495" indent="-202565">
              <a:buClr>
                <a:schemeClr val="bg2"/>
              </a:buClr>
              <a:defRPr>
                <a:solidFill>
                  <a:schemeClr val="bg2"/>
                </a:solidFill>
              </a:defRPr>
            </a:lvl4pPr>
            <a:lvl5pPr marL="607060" indent="-202565">
              <a:buClr>
                <a:schemeClr val="bg1"/>
              </a:buCl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3852000" y="-668250"/>
            <a:ext cx="2520000" cy="7181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>
            <a:spAutoFit/>
          </a:bodyPr>
          <a:lstStyle/>
          <a:p>
            <a:pPr algn="l">
              <a:spcBef>
                <a:spcPts val="2200"/>
              </a:spcBef>
            </a:pPr>
            <a:endParaRPr lang="en-US" sz="40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832411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bg2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110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57000"/>
          </a:xfrm>
          <a:prstGeom prst="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2" y="1249199"/>
            <a:ext cx="4171848" cy="35228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 noChangeAspect="1"/>
          </p:cNvSpPr>
          <p:nvPr>
            <p:ph type="pic" sz="quarter" idx="14"/>
          </p:nvPr>
        </p:nvSpPr>
        <p:spPr>
          <a:xfrm>
            <a:off x="5815617" y="0"/>
            <a:ext cx="3337120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00153" y="1249201"/>
            <a:ext cx="459094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6000" y="648000"/>
            <a:ext cx="4595100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4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1" y="309001"/>
            <a:ext cx="4587805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328384" cy="5157000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39406" y="1249201"/>
            <a:ext cx="4581487" cy="3159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140001" y="648000"/>
            <a:ext cx="4576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4140001" y="309001"/>
            <a:ext cx="4580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0" y="3114000"/>
            <a:ext cx="8316812" cy="16581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00150" y="1102576"/>
            <a:ext cx="4171850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572297" y="1102576"/>
            <a:ext cx="4144666" cy="1838228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3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 (text +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9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416590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536034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4646849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6765347" y="1102576"/>
            <a:ext cx="1955006" cy="1469174"/>
          </a:xfrm>
          <a:prstGeom prst="rect">
            <a:avLst/>
          </a:prstGeom>
          <a:solidFill>
            <a:schemeClr val="tx1"/>
          </a:solidFill>
        </p:spPr>
        <p:txBody>
          <a:bodyPr lIns="72000" tIns="7200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452640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 userDrawn="1"/>
        </p:nvCxnSpPr>
        <p:spPr>
          <a:xfrm>
            <a:off x="4569813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 userDrawn="1"/>
        </p:nvCxnSpPr>
        <p:spPr>
          <a:xfrm>
            <a:off x="6686756" y="1100138"/>
            <a:ext cx="0" cy="36776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9" name="Text Placeholder 8"/>
          <p:cNvSpPr>
            <a:spLocks noGrp="1"/>
          </p:cNvSpPr>
          <p:nvPr>
            <p:ph type="body" sz="quarter" idx="26" hasCustomPrompt="1"/>
          </p:nvPr>
        </p:nvSpPr>
        <p:spPr>
          <a:xfrm>
            <a:off x="2537888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0" name="Text Placeholder 8"/>
          <p:cNvSpPr>
            <a:spLocks noGrp="1"/>
          </p:cNvSpPr>
          <p:nvPr>
            <p:ph type="body" sz="quarter" idx="27" hasCustomPrompt="1"/>
          </p:nvPr>
        </p:nvSpPr>
        <p:spPr>
          <a:xfrm>
            <a:off x="4644892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51" name="Text Placehold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758335" y="2810760"/>
            <a:ext cx="1958788" cy="196698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(text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16590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  <p:sp>
        <p:nvSpPr>
          <p:cNvPr id="13" name="TextBox 12"/>
          <p:cNvSpPr txBox="1"/>
          <p:nvPr userDrawn="1"/>
        </p:nvSpPr>
        <p:spPr>
          <a:xfrm>
            <a:off x="5098714" y="142574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284257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3356922" y="1825374"/>
            <a:ext cx="2430158" cy="148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pic>
        <p:nvPicPr>
          <p:cNvPr id="2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2808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buBlip>
                <a:blip r:embed="rId3"/>
              </a:buBlip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29" name="Text Placeholder 8"/>
          <p:cNvSpPr>
            <a:spLocks noGrp="1"/>
          </p:cNvSpPr>
          <p:nvPr>
            <p:ph type="body" sz="quarter" idx="31" hasCustomPrompt="1"/>
          </p:nvPr>
        </p:nvSpPr>
        <p:spPr>
          <a:xfrm>
            <a:off x="3348704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buBlip>
                <a:blip r:embed="rId3"/>
              </a:buBlip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30" name="Text Placeholder 8"/>
          <p:cNvSpPr>
            <a:spLocks noGrp="1"/>
          </p:cNvSpPr>
          <p:nvPr>
            <p:ph type="body" sz="quarter" idx="32" hasCustomPrompt="1"/>
          </p:nvPr>
        </p:nvSpPr>
        <p:spPr>
          <a:xfrm>
            <a:off x="6272569" y="3544814"/>
            <a:ext cx="2446935" cy="122780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5255" indent="-135255" defTabSz="675005">
              <a:spcAft>
                <a:spcPts val="675"/>
              </a:spcAft>
              <a:buFontTx/>
              <a:buBlip>
                <a:blip r:embed="rId3"/>
              </a:buBlip>
              <a:defRPr sz="900"/>
            </a:lvl3pPr>
            <a:lvl4pPr marL="269875" indent="-135255">
              <a:defRPr sz="900"/>
            </a:lvl4pPr>
            <a:lvl5pPr marL="202565" indent="-101600"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  <a:p>
            <a:pPr lvl="2"/>
            <a:r>
              <a:rPr lang="en-GB" dirty="0"/>
              <a:t>Fourth level</a:t>
            </a:r>
            <a:endParaRPr lang="en-GB" dirty="0"/>
          </a:p>
          <a:p>
            <a:pPr lvl="3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oxes (Data + ic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62837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481283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15964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25" hasCustomPrompt="1"/>
          </p:nvPr>
        </p:nvSpPr>
        <p:spPr>
          <a:xfrm>
            <a:off x="562837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24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2603695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2538376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2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720626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0" name="Rectangle 29"/>
          <p:cNvSpPr/>
          <p:nvPr userDrawn="1"/>
        </p:nvSpPr>
        <p:spPr>
          <a:xfrm>
            <a:off x="4655308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33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6824500" y="2391057"/>
            <a:ext cx="1824368" cy="1070281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6759183" y="1825375"/>
            <a:ext cx="1955006" cy="2951303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kumimoji="1" lang="en-US" sz="505" dirty="0">
              <a:noFill/>
            </a:endParaRPr>
          </a:p>
        </p:txBody>
      </p:sp>
      <p:sp>
        <p:nvSpPr>
          <p:cNvPr id="40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268525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2" name="Text Placeholder 8"/>
          <p:cNvSpPr>
            <a:spLocks noGrp="1"/>
          </p:cNvSpPr>
          <p:nvPr>
            <p:ph type="body" sz="quarter" idx="40" hasCustomPrompt="1"/>
          </p:nvPr>
        </p:nvSpPr>
        <p:spPr>
          <a:xfrm>
            <a:off x="4802180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sp>
        <p:nvSpPr>
          <p:cNvPr id="44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6906056" y="1932209"/>
            <a:ext cx="1661259" cy="38236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100">
                <a:solidFill>
                  <a:schemeClr val="accent1"/>
                </a:solidFill>
                <a:latin typeface="+mn-lt"/>
              </a:defRPr>
            </a:lvl1pPr>
            <a:lvl2pPr marL="5080" indent="0">
              <a:tabLst>
                <a:tab pos="6281420" algn="r"/>
              </a:tabLst>
              <a:defRPr sz="21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2100">
                <a:solidFill>
                  <a:schemeClr val="tx1"/>
                </a:solidFill>
              </a:defRPr>
            </a:lvl3pPr>
            <a:lvl4pPr marL="5080" indent="0">
              <a:buFontTx/>
              <a:buNone/>
              <a:defRPr sz="2100">
                <a:solidFill>
                  <a:schemeClr val="tx1"/>
                </a:solidFill>
              </a:defRPr>
            </a:lvl4pPr>
          </a:lstStyle>
          <a:p>
            <a:pPr lvl="0"/>
            <a:r>
              <a:rPr lang="en-GB" dirty="0"/>
              <a:t>Number</a:t>
            </a:r>
            <a:endParaRPr lang="en-GB" dirty="0"/>
          </a:p>
        </p:txBody>
      </p:sp>
      <p:pic>
        <p:nvPicPr>
          <p:cNvPr id="4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2678405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7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4800326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48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6905342" y="3548200"/>
            <a:ext cx="1661259" cy="113452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FontTx/>
              <a:buNone/>
              <a:defRPr sz="900">
                <a:solidFill>
                  <a:schemeClr val="accent1"/>
                </a:solidFill>
              </a:defRPr>
            </a:lvl1pPr>
            <a:lvl2pPr>
              <a:buFontTx/>
              <a:buNone/>
              <a:defRPr sz="900"/>
            </a:lvl2pPr>
            <a:lvl3pPr marL="4445" indent="0" defTabSz="675005">
              <a:spcAft>
                <a:spcPts val="675"/>
              </a:spcAft>
              <a:buFontTx/>
              <a:buNone/>
              <a:defRPr sz="90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  <a:p>
            <a:pPr lvl="1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umn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283361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 flipH="1">
            <a:off x="411166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41317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41317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1317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41" name="Straight Connector 40"/>
          <p:cNvCxnSpPr/>
          <p:nvPr userDrawn="1"/>
        </p:nvCxnSpPr>
        <p:spPr>
          <a:xfrm flipH="1">
            <a:off x="411166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 userDrawn="1"/>
        </p:nvCxnSpPr>
        <p:spPr>
          <a:xfrm flipH="1">
            <a:off x="411166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4974605" y="1102576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57" name="Straight Connector 56"/>
          <p:cNvCxnSpPr/>
          <p:nvPr userDrawn="1"/>
        </p:nvCxnSpPr>
        <p:spPr>
          <a:xfrm flipH="1">
            <a:off x="4972597" y="1917556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4974605" y="2058540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974605" y="3014504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4974605" y="3970467"/>
            <a:ext cx="675044" cy="6750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  <a:endParaRPr lang="en-US" dirty="0"/>
          </a:p>
        </p:txBody>
      </p:sp>
      <p:cxnSp>
        <p:nvCxnSpPr>
          <p:cNvPr id="64" name="Straight Connector 63"/>
          <p:cNvCxnSpPr/>
          <p:nvPr userDrawn="1"/>
        </p:nvCxnSpPr>
        <p:spPr>
          <a:xfrm flipH="1">
            <a:off x="4972597" y="2873520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 userDrawn="1"/>
        </p:nvCxnSpPr>
        <p:spPr>
          <a:xfrm flipH="1">
            <a:off x="4972597" y="3829484"/>
            <a:ext cx="37463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1" name="Text Placeholder 8"/>
          <p:cNvSpPr>
            <a:spLocks noGrp="1"/>
          </p:cNvSpPr>
          <p:nvPr>
            <p:ph type="body" sz="quarter" idx="41" hasCustomPrompt="1"/>
          </p:nvPr>
        </p:nvSpPr>
        <p:spPr>
          <a:xfrm>
            <a:off x="1283361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3" name="Text Placeholder 8"/>
          <p:cNvSpPr>
            <a:spLocks noGrp="1"/>
          </p:cNvSpPr>
          <p:nvPr>
            <p:ph type="body" sz="quarter" idx="42" hasCustomPrompt="1"/>
          </p:nvPr>
        </p:nvSpPr>
        <p:spPr>
          <a:xfrm>
            <a:off x="1283361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75" name="Text Placeholder 8"/>
          <p:cNvSpPr>
            <a:spLocks noGrp="1"/>
          </p:cNvSpPr>
          <p:nvPr>
            <p:ph type="body" sz="quarter" idx="43" hasCustomPrompt="1"/>
          </p:nvPr>
        </p:nvSpPr>
        <p:spPr>
          <a:xfrm>
            <a:off x="1283361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0" name="Text Placeholder 8"/>
          <p:cNvSpPr>
            <a:spLocks noGrp="1"/>
          </p:cNvSpPr>
          <p:nvPr>
            <p:ph type="body" sz="quarter" idx="44" hasCustomPrompt="1"/>
          </p:nvPr>
        </p:nvSpPr>
        <p:spPr>
          <a:xfrm>
            <a:off x="5842783" y="1061202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1" name="Text Placeholder 8"/>
          <p:cNvSpPr>
            <a:spLocks noGrp="1"/>
          </p:cNvSpPr>
          <p:nvPr>
            <p:ph type="body" sz="quarter" idx="45" hasCustomPrompt="1"/>
          </p:nvPr>
        </p:nvSpPr>
        <p:spPr>
          <a:xfrm>
            <a:off x="5842783" y="201716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2" name="Text Placeholder 8"/>
          <p:cNvSpPr>
            <a:spLocks noGrp="1"/>
          </p:cNvSpPr>
          <p:nvPr>
            <p:ph type="body" sz="quarter" idx="46" hasCustomPrompt="1"/>
          </p:nvPr>
        </p:nvSpPr>
        <p:spPr>
          <a:xfrm>
            <a:off x="5842783" y="2972126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83" name="Text Placeholder 8"/>
          <p:cNvSpPr>
            <a:spLocks noGrp="1"/>
          </p:cNvSpPr>
          <p:nvPr>
            <p:ph type="body" sz="quarter" idx="47" hasCustomPrompt="1"/>
          </p:nvPr>
        </p:nvSpPr>
        <p:spPr>
          <a:xfrm>
            <a:off x="5842783" y="3929094"/>
            <a:ext cx="2876160" cy="716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00">
                <a:solidFill>
                  <a:schemeClr val="accent1"/>
                </a:solidFill>
              </a:defRPr>
            </a:lvl1pPr>
            <a:lvl2pPr>
              <a:defRPr sz="900"/>
            </a:lvl2pPr>
            <a:lvl3pPr marL="134620" indent="-135255" defTabSz="675005">
              <a:spcAft>
                <a:spcPts val="675"/>
              </a:spcAft>
              <a:buFontTx/>
              <a:buBlip>
                <a:blip r:embed="rId2"/>
              </a:buBlip>
              <a:defRPr sz="900"/>
            </a:lvl3pPr>
            <a:lvl4pPr marL="100965" indent="-81280">
              <a:buClr>
                <a:schemeClr val="tx1"/>
              </a:buClr>
              <a:buFont typeface="Arial" panose="020B0604020202020204" pitchFamily="34" charset="0"/>
              <a:buChar char="•"/>
              <a:defRPr sz="900"/>
            </a:lvl4pPr>
            <a:lvl5pPr marL="100965" indent="-8128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900"/>
            </a:lvl5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7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/>
          <p:cNvSpPr>
            <a:spLocks noGrp="1"/>
          </p:cNvSpPr>
          <p:nvPr>
            <p:ph type="chart" sz="quarter" idx="14"/>
          </p:nvPr>
        </p:nvSpPr>
        <p:spPr>
          <a:xfrm>
            <a:off x="413174" y="1846303"/>
            <a:ext cx="8297090" cy="2000607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41596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pic>
        <p:nvPicPr>
          <p:cNvPr id="31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" name="Text Placeholder 8"/>
          <p:cNvSpPr>
            <a:spLocks noGrp="1"/>
          </p:cNvSpPr>
          <p:nvPr>
            <p:ph type="body" sz="quarter" idx="33" hasCustomPrompt="1"/>
          </p:nvPr>
        </p:nvSpPr>
        <p:spPr>
          <a:xfrm>
            <a:off x="161022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3" name="Text Placeholder 8"/>
          <p:cNvSpPr>
            <a:spLocks noGrp="1"/>
          </p:cNvSpPr>
          <p:nvPr>
            <p:ph type="body" sz="quarter" idx="34" hasCustomPrompt="1"/>
          </p:nvPr>
        </p:nvSpPr>
        <p:spPr>
          <a:xfrm>
            <a:off x="280448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4" name="Text Placeholder 8"/>
          <p:cNvSpPr>
            <a:spLocks noGrp="1"/>
          </p:cNvSpPr>
          <p:nvPr>
            <p:ph type="body" sz="quarter" idx="35" hasCustomPrompt="1"/>
          </p:nvPr>
        </p:nvSpPr>
        <p:spPr>
          <a:xfrm>
            <a:off x="3998736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5" name="Text Placeholder 8"/>
          <p:cNvSpPr>
            <a:spLocks noGrp="1"/>
          </p:cNvSpPr>
          <p:nvPr>
            <p:ph type="body" sz="quarter" idx="36" hasCustomPrompt="1"/>
          </p:nvPr>
        </p:nvSpPr>
        <p:spPr>
          <a:xfrm>
            <a:off x="5192993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6" name="Text Placeholder 8"/>
          <p:cNvSpPr>
            <a:spLocks noGrp="1"/>
          </p:cNvSpPr>
          <p:nvPr>
            <p:ph type="body" sz="quarter" idx="37" hasCustomPrompt="1"/>
          </p:nvPr>
        </p:nvSpPr>
        <p:spPr>
          <a:xfrm>
            <a:off x="6387250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37" name="Text Placeholder 8"/>
          <p:cNvSpPr>
            <a:spLocks noGrp="1"/>
          </p:cNvSpPr>
          <p:nvPr>
            <p:ph type="body" sz="quarter" idx="38" hasCustomPrompt="1"/>
          </p:nvPr>
        </p:nvSpPr>
        <p:spPr>
          <a:xfrm>
            <a:off x="7581507" y="3962249"/>
            <a:ext cx="1135405" cy="874170"/>
          </a:xfrm>
          <a:prstGeom prst="rect">
            <a:avLst/>
          </a:prstGeom>
        </p:spPr>
        <p:txBody>
          <a:bodyPr>
            <a:normAutofit/>
          </a:bodyPr>
          <a:lstStyle>
            <a:lvl1pPr marL="5080" indent="0">
              <a:buFontTx/>
              <a:buNone/>
              <a:tabLst>
                <a:tab pos="6281420" algn="r"/>
              </a:tabLst>
              <a:defRPr sz="750">
                <a:solidFill>
                  <a:schemeClr val="tx1"/>
                </a:solidFill>
                <a:latin typeface="+mn-lt"/>
              </a:defRPr>
            </a:lvl1pPr>
            <a:lvl2pPr marL="5080" indent="0">
              <a:buFontTx/>
              <a:buNone/>
              <a:tabLst>
                <a:tab pos="6281420" algn="r"/>
              </a:tabLst>
              <a:defRPr sz="750"/>
            </a:lvl2pPr>
            <a:lvl3pPr marL="3175" indent="0" defTabSz="675005">
              <a:spcAft>
                <a:spcPts val="675"/>
              </a:spcAft>
              <a:buFontTx/>
              <a:buNone/>
              <a:defRPr sz="750"/>
            </a:lvl3pPr>
            <a:lvl4pPr marL="19685" indent="0">
              <a:buClr>
                <a:schemeClr val="tx1"/>
              </a:buClr>
              <a:buFontTx/>
              <a:buNone/>
              <a:defRPr sz="900"/>
            </a:lvl4pPr>
            <a:lvl5pPr marL="19685" indent="0">
              <a:buClr>
                <a:schemeClr val="tx1"/>
              </a:buClr>
              <a:buSzPct val="100000"/>
              <a:buFontTx/>
              <a:buNone/>
              <a:defRPr sz="900"/>
            </a:lvl5pPr>
          </a:lstStyle>
          <a:p>
            <a:pPr lvl="0"/>
            <a:r>
              <a:rPr lang="en-GB" dirty="0"/>
              <a:t>Second level</a:t>
            </a:r>
            <a:endParaRPr lang="en-GB" dirty="0"/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8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96000" y="1062001"/>
            <a:ext cx="8314264" cy="59979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 marL="8890" indent="0"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First level</a:t>
            </a:r>
            <a:endParaRPr lang="en-GB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able Placeholder 5"/>
          <p:cNvSpPr>
            <a:spLocks noGrp="1"/>
          </p:cNvSpPr>
          <p:nvPr>
            <p:ph type="tbl" sz="quarter" idx="15"/>
          </p:nvPr>
        </p:nvSpPr>
        <p:spPr>
          <a:xfrm>
            <a:off x="413175" y="1112520"/>
            <a:ext cx="8303788" cy="3295969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6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/>
          <p:cNvSpPr>
            <a:spLocks noGrp="1"/>
          </p:cNvSpPr>
          <p:nvPr>
            <p:ph type="pic" sz="quarter" idx="24" hasCustomPrompt="1"/>
          </p:nvPr>
        </p:nvSpPr>
        <p:spPr>
          <a:xfrm>
            <a:off x="413175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25" hasCustomPrompt="1"/>
          </p:nvPr>
        </p:nvSpPr>
        <p:spPr>
          <a:xfrm>
            <a:off x="1817319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6" hasCustomPrompt="1"/>
          </p:nvPr>
        </p:nvSpPr>
        <p:spPr>
          <a:xfrm>
            <a:off x="3229150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7" hasCustomPrompt="1"/>
          </p:nvPr>
        </p:nvSpPr>
        <p:spPr>
          <a:xfrm>
            <a:off x="464097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8" hasCustomPrompt="1"/>
          </p:nvPr>
        </p:nvSpPr>
        <p:spPr>
          <a:xfrm>
            <a:off x="605280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9" hasCustomPrompt="1"/>
          </p:nvPr>
        </p:nvSpPr>
        <p:spPr>
          <a:xfrm>
            <a:off x="7464638" y="110257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8" name="Picture Placeholder 6"/>
          <p:cNvSpPr>
            <a:spLocks noGrp="1"/>
          </p:cNvSpPr>
          <p:nvPr>
            <p:ph type="pic" sz="quarter" idx="30" hasCustomPrompt="1"/>
          </p:nvPr>
        </p:nvSpPr>
        <p:spPr>
          <a:xfrm>
            <a:off x="40015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39" name="Picture Placeholder 6"/>
          <p:cNvSpPr>
            <a:spLocks noGrp="1"/>
          </p:cNvSpPr>
          <p:nvPr>
            <p:ph type="pic" sz="quarter" idx="31" hasCustomPrompt="1"/>
          </p:nvPr>
        </p:nvSpPr>
        <p:spPr>
          <a:xfrm>
            <a:off x="1811982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0" name="Picture Placeholder 6"/>
          <p:cNvSpPr>
            <a:spLocks noGrp="1"/>
          </p:cNvSpPr>
          <p:nvPr>
            <p:ph type="pic" sz="quarter" idx="32" hasCustomPrompt="1"/>
          </p:nvPr>
        </p:nvSpPr>
        <p:spPr>
          <a:xfrm>
            <a:off x="3223811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1" name="Picture Placeholder 6"/>
          <p:cNvSpPr>
            <a:spLocks noGrp="1"/>
          </p:cNvSpPr>
          <p:nvPr>
            <p:ph type="pic" sz="quarter" idx="33" hasCustomPrompt="1"/>
          </p:nvPr>
        </p:nvSpPr>
        <p:spPr>
          <a:xfrm>
            <a:off x="463563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2" name="Picture Placeholder 6"/>
          <p:cNvSpPr>
            <a:spLocks noGrp="1"/>
          </p:cNvSpPr>
          <p:nvPr>
            <p:ph type="pic" sz="quarter" idx="34" hasCustomPrompt="1"/>
          </p:nvPr>
        </p:nvSpPr>
        <p:spPr>
          <a:xfrm>
            <a:off x="604746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43" name="Picture Placeholder 6"/>
          <p:cNvSpPr>
            <a:spLocks noGrp="1"/>
          </p:cNvSpPr>
          <p:nvPr>
            <p:ph type="pic" sz="quarter" idx="35" hasCustomPrompt="1"/>
          </p:nvPr>
        </p:nvSpPr>
        <p:spPr>
          <a:xfrm>
            <a:off x="7459299" y="199411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6" name="Picture Placeholder 6"/>
          <p:cNvSpPr>
            <a:spLocks noGrp="1"/>
          </p:cNvSpPr>
          <p:nvPr>
            <p:ph type="pic" sz="quarter" idx="36" hasCustomPrompt="1"/>
          </p:nvPr>
        </p:nvSpPr>
        <p:spPr>
          <a:xfrm>
            <a:off x="40015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7" name="Picture Placeholder 6"/>
          <p:cNvSpPr>
            <a:spLocks noGrp="1"/>
          </p:cNvSpPr>
          <p:nvPr>
            <p:ph type="pic" sz="quarter" idx="37" hasCustomPrompt="1"/>
          </p:nvPr>
        </p:nvSpPr>
        <p:spPr>
          <a:xfrm>
            <a:off x="1811982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8" name="Picture Placeholder 6"/>
          <p:cNvSpPr>
            <a:spLocks noGrp="1"/>
          </p:cNvSpPr>
          <p:nvPr>
            <p:ph type="pic" sz="quarter" idx="38" hasCustomPrompt="1"/>
          </p:nvPr>
        </p:nvSpPr>
        <p:spPr>
          <a:xfrm>
            <a:off x="3223811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59" name="Picture Placeholder 6"/>
          <p:cNvSpPr>
            <a:spLocks noGrp="1"/>
          </p:cNvSpPr>
          <p:nvPr>
            <p:ph type="pic" sz="quarter" idx="39" hasCustomPrompt="1"/>
          </p:nvPr>
        </p:nvSpPr>
        <p:spPr>
          <a:xfrm>
            <a:off x="463563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0" name="Picture Placeholder 6"/>
          <p:cNvSpPr>
            <a:spLocks noGrp="1"/>
          </p:cNvSpPr>
          <p:nvPr>
            <p:ph type="pic" sz="quarter" idx="40" hasCustomPrompt="1"/>
          </p:nvPr>
        </p:nvSpPr>
        <p:spPr>
          <a:xfrm>
            <a:off x="604746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1" name="Picture Placeholder 6"/>
          <p:cNvSpPr>
            <a:spLocks noGrp="1"/>
          </p:cNvSpPr>
          <p:nvPr>
            <p:ph type="pic" sz="quarter" idx="41" hasCustomPrompt="1"/>
          </p:nvPr>
        </p:nvSpPr>
        <p:spPr>
          <a:xfrm>
            <a:off x="7459299" y="288565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2" name="Picture Placeholder 6"/>
          <p:cNvSpPr>
            <a:spLocks noGrp="1"/>
          </p:cNvSpPr>
          <p:nvPr>
            <p:ph type="pic" sz="quarter" idx="42" hasCustomPrompt="1"/>
          </p:nvPr>
        </p:nvSpPr>
        <p:spPr>
          <a:xfrm>
            <a:off x="40015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3" name="Picture Placeholder 6"/>
          <p:cNvSpPr>
            <a:spLocks noGrp="1"/>
          </p:cNvSpPr>
          <p:nvPr>
            <p:ph type="pic" sz="quarter" idx="43" hasCustomPrompt="1"/>
          </p:nvPr>
        </p:nvSpPr>
        <p:spPr>
          <a:xfrm>
            <a:off x="1811982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4" name="Picture Placeholder 6"/>
          <p:cNvSpPr>
            <a:spLocks noGrp="1"/>
          </p:cNvSpPr>
          <p:nvPr>
            <p:ph type="pic" sz="quarter" idx="44" hasCustomPrompt="1"/>
          </p:nvPr>
        </p:nvSpPr>
        <p:spPr>
          <a:xfrm>
            <a:off x="3223811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5" name="Picture Placeholder 6"/>
          <p:cNvSpPr>
            <a:spLocks noGrp="1"/>
          </p:cNvSpPr>
          <p:nvPr>
            <p:ph type="pic" sz="quarter" idx="45" hasCustomPrompt="1"/>
          </p:nvPr>
        </p:nvSpPr>
        <p:spPr>
          <a:xfrm>
            <a:off x="463563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6" name="Picture Placeholder 6"/>
          <p:cNvSpPr>
            <a:spLocks noGrp="1"/>
          </p:cNvSpPr>
          <p:nvPr>
            <p:ph type="pic" sz="quarter" idx="46" hasCustomPrompt="1"/>
          </p:nvPr>
        </p:nvSpPr>
        <p:spPr>
          <a:xfrm>
            <a:off x="604746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sp>
        <p:nvSpPr>
          <p:cNvPr id="67" name="Picture Placeholder 6"/>
          <p:cNvSpPr>
            <a:spLocks noGrp="1"/>
          </p:cNvSpPr>
          <p:nvPr>
            <p:ph type="pic" sz="quarter" idx="47" hasCustomPrompt="1"/>
          </p:nvPr>
        </p:nvSpPr>
        <p:spPr>
          <a:xfrm>
            <a:off x="7459299" y="3777196"/>
            <a:ext cx="1255582" cy="742500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lIns="72000" tIns="72000" rIns="0">
            <a:normAutofit/>
          </a:bodyPr>
          <a:lstStyle>
            <a:lvl1pPr>
              <a:defRPr sz="94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  <a:endParaRPr lang="en-US" dirty="0"/>
          </a:p>
        </p:txBody>
      </p:sp>
      <p:pic>
        <p:nvPicPr>
          <p:cNvPr id="70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18881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2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lthcare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healthcare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duc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education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iation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8" name="TextBox 7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aviation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SFI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BFSI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overnment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96001" y="1908058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1" i="0" u="none" strike="noStrike" kern="1200" cap="none" spc="0" normalizeH="0" baseline="0" dirty="0">
                <a:ln>
                  <a:noFill/>
                </a:ln>
                <a:solidFill>
                  <a:srgbClr val="005AA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government sector</a:t>
            </a:r>
            <a:endParaRPr kumimoji="0" lang="en-US" altLang="zh-TW" sz="2400" b="1" i="0" u="none" strike="noStrike" kern="1200" cap="none" spc="0" normalizeH="0" baseline="0" dirty="0">
              <a:ln>
                <a:noFill/>
              </a:ln>
              <a:solidFill>
                <a:srgbClr val="005AAA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 sec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6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" b="25"/>
          <a:stretch>
            <a:fillRect/>
          </a:stretch>
        </p:blipFill>
        <p:spPr>
          <a:xfrm>
            <a:off x="-18048" y="-21121"/>
            <a:ext cx="9216000" cy="5184000"/>
          </a:xfrm>
          <a:prstGeom prst="rect">
            <a:avLst/>
          </a:prstGeom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396001" y="15336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Unified for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 userDrawn="1"/>
        </p:nvSpPr>
        <p:spPr bwMode="auto">
          <a:xfrm>
            <a:off x="396001" y="2282401"/>
            <a:ext cx="60474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algn="l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zh-TW" sz="2400" b="0" i="0" u="none" strike="noStrike" kern="1200" cap="none" spc="0" normalizeH="0" baseline="0" dirty="0">
                <a:ln>
                  <a:noFill/>
                </a:ln>
                <a:solidFill>
                  <a:srgbClr val="465A6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success</a:t>
            </a:r>
            <a:endParaRPr kumimoji="0" lang="en-US" altLang="zh-TW" sz="2400" b="0" i="0" u="none" strike="noStrike" kern="1200" cap="none" spc="0" normalizeH="0" baseline="0" dirty="0">
              <a:ln>
                <a:noFill/>
              </a:ln>
              <a:solidFill>
                <a:srgbClr val="465A6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395445" y="1908057"/>
            <a:ext cx="6048000" cy="378000"/>
          </a:xfrm>
        </p:spPr>
        <p:txBody>
          <a:bodyPr>
            <a:normAutofit/>
          </a:bodyPr>
          <a:lstStyle>
            <a:lvl1pPr>
              <a:defRPr sz="2400" b="1">
                <a:latin typeface="+mj-lt"/>
              </a:defRPr>
            </a:lvl1pPr>
          </a:lstStyle>
          <a:p>
            <a:pPr lvl="0"/>
            <a:r>
              <a:rPr lang="en-US" dirty="0"/>
              <a:t>&lt;XXXX&gt; sector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Development (Dev)</a:t>
            </a:r>
            <a:endParaRPr lang="en-US" dirty="0"/>
          </a:p>
          <a:p>
            <a:pPr lvl="1"/>
            <a:r>
              <a:rPr lang="en-US" dirty="0">
                <a:solidFill>
                  <a:schemeClr val="bg1"/>
                </a:solidFill>
              </a:rPr>
              <a:t>A solution innovator in offering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holistic business solutions to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accelerate customers’ digital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transformation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2" name="Picture Placeholder 8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Security (Sec)</a:t>
            </a:r>
            <a:endParaRPr lang="en-US" dirty="0"/>
          </a:p>
          <a:p>
            <a:pPr lvl="1"/>
            <a:r>
              <a:rPr lang="en-US" dirty="0"/>
              <a:t>A market-leading expert specialized</a:t>
            </a:r>
            <a:br>
              <a:rPr lang="en-US" dirty="0"/>
            </a:br>
            <a:r>
              <a:rPr lang="en-US" dirty="0"/>
              <a:t>in digital asset protection and risks prevention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blue lines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0" y="0"/>
            <a:ext cx="9145700" cy="5143500"/>
          </a:xfrm>
          <a:prstGeom prst="rect">
            <a:avLst/>
          </a:prstGeom>
        </p:spPr>
      </p:pic>
      <p:pic>
        <p:nvPicPr>
          <p:cNvPr id="7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10433" y="4852991"/>
            <a:ext cx="809678" cy="1911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599"/>
            <a:ext cx="4595100" cy="3238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 baseline="0">
                <a:solidFill>
                  <a:schemeClr val="bg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r>
              <a:rPr lang="en-US" dirty="0"/>
              <a:t>Operations (Ops)</a:t>
            </a:r>
            <a:endParaRPr lang="en-US" dirty="0"/>
          </a:p>
          <a:p>
            <a:pPr lvl="1"/>
            <a:r>
              <a:rPr lang="en-US" dirty="0"/>
              <a:t>A local managed service leader with world-class, industry-specific and</a:t>
            </a:r>
            <a:br>
              <a:rPr lang="en-US" dirty="0"/>
            </a:br>
            <a:r>
              <a:rPr lang="en-US" dirty="0"/>
              <a:t>end-to-end services to manage</a:t>
            </a:r>
            <a:br>
              <a:rPr lang="en-US" dirty="0"/>
            </a:br>
            <a:r>
              <a:rPr lang="en-US" dirty="0"/>
              <a:t>clients’ IT infrastructure to cloud</a:t>
            </a:r>
            <a:br>
              <a:rPr lang="en-US" dirty="0"/>
            </a:br>
            <a:r>
              <a:rPr lang="en-US" dirty="0"/>
              <a:t>platform in entire IT lifecycle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Placeholder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4078" b="-4078"/>
          <a:stretch>
            <a:fillRect/>
          </a:stretch>
        </p:blipFill>
        <p:spPr>
          <a:xfrm>
            <a:off x="6635548" y="1483043"/>
            <a:ext cx="1680319" cy="18173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Rectangle 3"/>
          <p:cNvSpPr/>
          <p:nvPr userDrawn="1"/>
        </p:nvSpPr>
        <p:spPr>
          <a:xfrm>
            <a:off x="0" y="1108633"/>
            <a:ext cx="1524035" cy="109314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005AAA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23528" y="1108633"/>
            <a:ext cx="1524035" cy="10931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45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95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052D5F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048219" y="1108633"/>
            <a:ext cx="1524035" cy="109314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135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0087FF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4571747" y="1108633"/>
            <a:ext cx="1524035" cy="109314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00B9FF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6095857" y="1108633"/>
            <a:ext cx="1524035" cy="10931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70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90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110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465A6E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7619966" y="1108633"/>
            <a:ext cx="1524035" cy="10931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219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DBDBDB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6095857" y="2201780"/>
            <a:ext cx="1524035" cy="739943"/>
          </a:xfrm>
          <a:prstGeom prst="rect">
            <a:avLst/>
          </a:prstGeom>
          <a:solidFill>
            <a:srgbClr val="869C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134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156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178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869CB2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7619966" y="2201780"/>
            <a:ext cx="1524035" cy="739943"/>
          </a:xfrm>
          <a:prstGeom prst="rect">
            <a:avLst/>
          </a:prstGeom>
          <a:solidFill>
            <a:srgbClr val="C5C5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197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C5C5C5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0" y="2201780"/>
            <a:ext cx="1524035" cy="11093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119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191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77BFFF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1523528" y="2201780"/>
            <a:ext cx="1524035" cy="1109367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158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199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250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9EC7FA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3048219" y="2201780"/>
            <a:ext cx="1524035" cy="1109367"/>
          </a:xfrm>
          <a:prstGeom prst="rect">
            <a:avLst/>
          </a:prstGeom>
          <a:solidFill>
            <a:srgbClr val="99C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207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99CFFF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4571747" y="2201780"/>
            <a:ext cx="1524035" cy="11093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153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227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99E3FF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0" y="3307865"/>
            <a:ext cx="1524035" cy="1109367"/>
          </a:xfrm>
          <a:prstGeom prst="rect">
            <a:avLst/>
          </a:prstGeom>
          <a:solidFill>
            <a:srgbClr val="BB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187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BBDFFF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523528" y="3307865"/>
            <a:ext cx="1524035" cy="1109367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216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253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D8E8FD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3048219" y="3307865"/>
            <a:ext cx="1524035" cy="1109367"/>
          </a:xfrm>
          <a:prstGeom prst="rect">
            <a:avLst/>
          </a:prstGeom>
          <a:solidFill>
            <a:srgbClr val="CCE7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231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CCE7FF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4571747" y="3307865"/>
            <a:ext cx="1524035" cy="1109367"/>
          </a:xfrm>
          <a:prstGeom prst="rect">
            <a:avLst/>
          </a:prstGeom>
          <a:solidFill>
            <a:srgbClr val="CC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204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241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255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CCF1FF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6095857" y="2939535"/>
            <a:ext cx="1524035" cy="739943"/>
          </a:xfrm>
          <a:prstGeom prst="rect">
            <a:avLst/>
          </a:prstGeom>
          <a:solidFill>
            <a:srgbClr val="AEBD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R: 174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G: 189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B: 204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rgbClr val="FFFFFF"/>
                </a:solidFill>
                <a:effectLst/>
                <a:latin typeface="+mn-lt"/>
              </a:rPr>
              <a:t>Hex: AEBDCC</a:t>
            </a:r>
            <a:endParaRPr lang="en-US" sz="750" dirty="0">
              <a:solidFill>
                <a:srgbClr val="FFFFFF"/>
              </a:solidFill>
              <a:effectLst/>
              <a:latin typeface="+mn-lt"/>
            </a:endParaRPr>
          </a:p>
        </p:txBody>
      </p:sp>
      <p:sp>
        <p:nvSpPr>
          <p:cNvPr id="30" name="Rectangle 29"/>
          <p:cNvSpPr/>
          <p:nvPr userDrawn="1"/>
        </p:nvSpPr>
        <p:spPr>
          <a:xfrm>
            <a:off x="7619966" y="2939535"/>
            <a:ext cx="1524035" cy="739943"/>
          </a:xfrm>
          <a:prstGeom prst="rect">
            <a:avLst/>
          </a:prstGeom>
          <a:solidFill>
            <a:srgbClr val="A4A4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164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A4A4A4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6095857" y="3677289"/>
            <a:ext cx="1524035" cy="739943"/>
          </a:xfrm>
          <a:prstGeom prst="rect">
            <a:avLst/>
          </a:prstGeom>
          <a:solidFill>
            <a:srgbClr val="D7DE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R: 215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G: 222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B: 229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tx1"/>
                </a:solidFill>
                <a:effectLst/>
                <a:latin typeface="+mn-lt"/>
              </a:rPr>
              <a:t>Hex: D7DEE5</a:t>
            </a:r>
            <a:endParaRPr lang="en-US" sz="75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6" name="Rectangle 35"/>
          <p:cNvSpPr/>
          <p:nvPr userDrawn="1"/>
        </p:nvSpPr>
        <p:spPr>
          <a:xfrm>
            <a:off x="7619966" y="3677289"/>
            <a:ext cx="1524035" cy="739943"/>
          </a:xfrm>
          <a:prstGeom prst="rect">
            <a:avLst/>
          </a:prstGeom>
          <a:solidFill>
            <a:srgbClr val="3737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500" tIns="94500" rIns="94500" bIns="0" rtlCol="0" anchor="t" anchorCtr="0"/>
          <a:lstStyle/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R: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G: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B: 55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  <a:p>
            <a:r>
              <a:rPr lang="en-US" sz="750" dirty="0">
                <a:solidFill>
                  <a:schemeClr val="bg2"/>
                </a:solidFill>
                <a:effectLst/>
                <a:latin typeface="+mn-lt"/>
              </a:rPr>
              <a:t>Hex: 373737</a:t>
            </a:r>
            <a:endParaRPr lang="en-US" sz="750" dirty="0">
              <a:solidFill>
                <a:schemeClr val="bg2"/>
              </a:solidFill>
              <a:effectLst/>
              <a:latin typeface="+mn-lt"/>
            </a:endParaRPr>
          </a:p>
        </p:txBody>
      </p:sp>
      <p:sp>
        <p:nvSpPr>
          <p:cNvPr id="3" name="Title Placeholder 18"/>
          <p:cNvSpPr txBox="1"/>
          <p:nvPr userDrawn="1"/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1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100" dirty="0"/>
              <a:t>Color palette</a:t>
            </a:r>
            <a:endParaRPr lang="en-US" sz="2100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buBlip>
                <a:blip r:embed="rId3"/>
              </a:buBlip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buBlip>
                <a:blip r:embed="rId3"/>
              </a:buBlip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buBlip>
                <a:blip r:embed="rId3"/>
              </a:buBlip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buBlip>
                <a:blip r:embed="rId3"/>
              </a:buBlip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buBlip>
                <a:blip r:embed="rId3"/>
              </a:buBlip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buBlip>
                <a:blip r:embed="rId3"/>
              </a:buBlip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buBlip>
                <a:blip r:embed="rId3"/>
              </a:buBlip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SL-animation-blue_720p">
            <a:hlinkClick r:id="" action="ppaction://media"/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" y="-1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02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without anim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9144000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335977" y="4865451"/>
            <a:ext cx="7058025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dirty="0">
                <a:solidFill>
                  <a:srgbClr val="005AAA"/>
                </a:solidFill>
                <a:latin typeface="+mn-lt"/>
                <a:cs typeface="Arial" panose="020B0604020202020204" pitchFamily="34" charset="0"/>
              </a:rPr>
              <a:t>© 2024 Automated Systems Holdings Limited and/or its affiliates. All rights reserved.</a:t>
            </a:r>
            <a:endParaRPr lang="en-US" altLang="zh-HK" sz="750" dirty="0">
              <a:solidFill>
                <a:srgbClr val="005AAA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96000" y="1533738"/>
            <a:ext cx="4176000" cy="2874750"/>
          </a:xfrm>
        </p:spPr>
        <p:txBody>
          <a:bodyPr tIns="0" bIns="0"/>
          <a:lstStyle>
            <a:lvl1pPr>
              <a:spcAft>
                <a:spcPts val="0"/>
              </a:spcAft>
              <a:defRPr sz="24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lvl2pPr>
            <a:lvl3pPr marL="34290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4pPr>
            <a:lvl5pPr marL="8255" indent="0">
              <a:buFontTx/>
              <a:buNone/>
              <a:defRPr sz="9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pPr lvl="1"/>
            <a:r>
              <a:rPr lang="en-GB" dirty="0"/>
              <a:t>Presenter name</a:t>
            </a:r>
            <a:endParaRPr lang="en-GB" dirty="0"/>
          </a:p>
          <a:p>
            <a:pPr lvl="1"/>
            <a:r>
              <a:rPr lang="en-GB" dirty="0"/>
              <a:t>Presenter title 1</a:t>
            </a:r>
            <a:endParaRPr lang="en-GB" dirty="0"/>
          </a:p>
          <a:p>
            <a:pPr lvl="1"/>
            <a:r>
              <a:rPr lang="en-GB" dirty="0"/>
              <a:t>Presenter title 2</a:t>
            </a:r>
            <a:br>
              <a:rPr lang="en-GB" dirty="0"/>
            </a:br>
            <a:endParaRPr lang="en-GB" dirty="0"/>
          </a:p>
          <a:p>
            <a:pPr lvl="3"/>
            <a:r>
              <a:rPr lang="en-US" dirty="0"/>
              <a:t>DD/MMM/YYYY</a:t>
            </a:r>
            <a:endParaRPr 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16679" y="1131750"/>
            <a:ext cx="8304213" cy="3600588"/>
          </a:xfrm>
        </p:spPr>
        <p:txBody>
          <a:bodyPr/>
          <a:lstStyle>
            <a:lvl1pPr marL="396240" indent="-39624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674370" indent="-269875">
              <a:buFontTx/>
              <a:buBlip>
                <a:blip r:embed="rId3"/>
              </a:buBlip>
              <a:tabLst>
                <a:tab pos="6281420" algn="r"/>
              </a:tabLst>
              <a:defRPr/>
            </a:lvl2pPr>
          </a:lstStyle>
          <a:p>
            <a:pPr lvl="0"/>
            <a:r>
              <a:rPr lang="en-GB" dirty="0"/>
              <a:t>Content title</a:t>
            </a:r>
            <a:endParaRPr lang="en-GB" dirty="0"/>
          </a:p>
          <a:p>
            <a:pPr lvl="0"/>
            <a:r>
              <a:rPr lang="en-GB" dirty="0"/>
              <a:t>Content title</a:t>
            </a:r>
            <a:endParaRPr lang="en-GB" dirty="0"/>
          </a:p>
        </p:txBody>
      </p:sp>
      <p:sp>
        <p:nvSpPr>
          <p:cNvPr id="2" name="Title Placeholder 18"/>
          <p:cNvSpPr txBox="1"/>
          <p:nvPr userDrawn="1"/>
        </p:nvSpPr>
        <p:spPr>
          <a:xfrm>
            <a:off x="424137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100" b="0" i="0" kern="1200">
                <a:solidFill>
                  <a:schemeClr val="accent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100" b="1" dirty="0"/>
              <a:t>Agenda</a:t>
            </a:r>
            <a:endParaRPr lang="en-US" sz="2100" b="1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 and grey background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" y="0"/>
            <a:ext cx="9164886" cy="5157000"/>
          </a:xfrm>
          <a:prstGeom prst="rect">
            <a:avLst/>
          </a:prstGeom>
        </p:spPr>
      </p:pic>
      <p:sp>
        <p:nvSpPr>
          <p:cNvPr id="10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2" y="1533600"/>
            <a:ext cx="4175999" cy="3198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16510">
              <a:lnSpc>
                <a:spcPct val="100000"/>
              </a:lnSpc>
              <a:buNone/>
              <a:defRPr sz="2100">
                <a:solidFill>
                  <a:schemeClr val="tx1"/>
                </a:solidFill>
              </a:defRPr>
            </a:lvl2pPr>
            <a:lvl3pPr marL="517525" indent="-483870">
              <a:lnSpc>
                <a:spcPct val="150000"/>
              </a:lnSpc>
              <a:buNone/>
              <a:defRPr sz="900">
                <a:solidFill>
                  <a:schemeClr val="tx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Divider title</a:t>
            </a:r>
            <a:endParaRPr lang="en-US" dirty="0"/>
          </a:p>
          <a:p>
            <a:pPr marL="24130" marR="0" lvl="1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Mulish ExtraBold" pitchFamily="2" charset="0"/>
              <a:buNone/>
              <a:defRPr/>
            </a:pPr>
            <a:r>
              <a:rPr lang="en-US" dirty="0"/>
              <a:t>Divider subtitle</a:t>
            </a:r>
            <a:endParaRPr lang="en-US" dirty="0"/>
          </a:p>
          <a:p>
            <a:endParaRPr lang="en-US" dirty="0"/>
          </a:p>
        </p:txBody>
      </p:sp>
      <p:pic>
        <p:nvPicPr>
          <p:cNvPr id="2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extBox 3"/>
          <p:cNvSpPr txBox="1"/>
          <p:nvPr userDrawn="1"/>
        </p:nvSpPr>
        <p:spPr>
          <a:xfrm>
            <a:off x="2763551" y="-887504"/>
            <a:ext cx="38537" cy="269304"/>
          </a:xfrm>
          <a:prstGeom prst="rect">
            <a:avLst/>
          </a:prstGeom>
          <a:ln w="12700">
            <a:miter lim="400000"/>
          </a:ln>
        </p:spPr>
        <p:txBody>
          <a:bodyPr wrap="none" lIns="19050" tIns="19050" rIns="19050" bIns="19050" rtlCol="0">
            <a:spAutoFit/>
          </a:bodyPr>
          <a:lstStyle/>
          <a:p>
            <a:pPr algn="l">
              <a:spcBef>
                <a:spcPts val="825"/>
              </a:spcBef>
            </a:pPr>
            <a:endParaRPr kumimoji="1" lang="zh-TW" altLang="en-US" sz="1500" dirty="0">
              <a:solidFill>
                <a:srgbClr val="465A6E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column, Multi-purpos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16" hasCustomPrompt="1"/>
          </p:nvPr>
        </p:nvSpPr>
        <p:spPr>
          <a:xfrm>
            <a:off x="396001" y="1278000"/>
            <a:ext cx="8320741" cy="2862858"/>
          </a:xfrm>
        </p:spPr>
        <p:txBody>
          <a:bodyPr/>
          <a:lstStyle>
            <a:lvl4pPr marL="403860" indent="-201295">
              <a:defRPr/>
            </a:lvl4pPr>
          </a:lstStyle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3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Single text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396001" y="1278001"/>
            <a:ext cx="8316811" cy="3184837"/>
          </a:xfrm>
        </p:spPr>
        <p:txBody>
          <a:bodyPr/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pic>
        <p:nvPicPr>
          <p:cNvPr id="14" name="Image" descr="Image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09650" y="4852808"/>
            <a:ext cx="811242" cy="1915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648000"/>
            <a:ext cx="8320963" cy="184666"/>
          </a:xfrm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 dirty="0"/>
              <a:t>Subtitle</a:t>
            </a:r>
            <a:endParaRPr lang="en-GB" dirty="0"/>
          </a:p>
        </p:txBody>
      </p:sp>
      <p:sp>
        <p:nvSpPr>
          <p:cNvPr id="10" name="Title Placeholder 18"/>
          <p:cNvSpPr>
            <a:spLocks noGrp="1"/>
          </p:cNvSpPr>
          <p:nvPr>
            <p:ph type="title" hasCustomPrompt="1"/>
          </p:nvPr>
        </p:nvSpPr>
        <p:spPr>
          <a:xfrm>
            <a:off x="396000" y="309001"/>
            <a:ext cx="8324892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/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595" y="0"/>
            <a:ext cx="9168597" cy="5157000"/>
          </a:xfrm>
          <a:prstGeom prst="rect">
            <a:avLst/>
          </a:prstGeom>
        </p:spPr>
      </p:pic>
      <p:pic>
        <p:nvPicPr>
          <p:cNvPr id="2" name="Image" descr="Imag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6672" y="300752"/>
            <a:ext cx="1965493" cy="46409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96001" y="1533600"/>
            <a:ext cx="4176000" cy="31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</a:defRPr>
            </a:lvl1pPr>
            <a:lvl2pPr marL="6985" indent="0">
              <a:lnSpc>
                <a:spcPct val="150000"/>
              </a:lnSpc>
              <a:buNone/>
              <a:defRPr>
                <a:solidFill>
                  <a:schemeClr val="tx1"/>
                </a:solidFill>
              </a:defRPr>
            </a:lvl2pPr>
            <a:lvl3pPr marL="6985" indent="0">
              <a:lnSpc>
                <a:spcPct val="150000"/>
              </a:lnSpc>
              <a:buNone/>
              <a:defRPr sz="900">
                <a:solidFill>
                  <a:schemeClr val="accent1"/>
                </a:solidFill>
                <a:latin typeface="+mj-lt"/>
              </a:defRPr>
            </a:lvl3pPr>
            <a:lvl4pPr marL="323850" indent="0">
              <a:buNone/>
              <a:defRPr/>
            </a:lvl4pPr>
            <a:lvl5pPr marL="32385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/>
            </a:pPr>
            <a:r>
              <a:rPr lang="en-US" dirty="0"/>
              <a:t>Thank you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6.svg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image" Target="../media/image6.svg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7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image" Target="../media/image4.svg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4.xml.rels><?xml version="1.0" encoding="UTF-8" standalone="yes"?>
<Relationships xmlns="http://schemas.openxmlformats.org/package/2006/relationships"><Relationship Id="rId5" Type="http://schemas.openxmlformats.org/officeDocument/2006/relationships/theme" Target="../theme/theme4.xml"/><Relationship Id="rId4" Type="http://schemas.openxmlformats.org/officeDocument/2006/relationships/image" Target="../media/image4.svg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0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theme" Target="../theme/theme6.xml"/><Relationship Id="rId8" Type="http://schemas.openxmlformats.org/officeDocument/2006/relationships/image" Target="../media/image6.svg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theme" Target="../theme/theme7.xml"/><Relationship Id="rId8" Type="http://schemas.openxmlformats.org/officeDocument/2006/relationships/image" Target="../media/image6.svg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theme" Target="../theme/theme8.xml"/><Relationship Id="rId8" Type="http://schemas.openxmlformats.org/officeDocument/2006/relationships/image" Target="../media/image6.svg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theme" Target="../theme/theme9.xml"/><Relationship Id="rId8" Type="http://schemas.openxmlformats.org/officeDocument/2006/relationships/image" Target="../media/image6.svg"/><Relationship Id="rId7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theme" Target="../theme/theme10.xml"/><Relationship Id="rId8" Type="http://schemas.openxmlformats.org/officeDocument/2006/relationships/image" Target="../media/image6.svg"/><Relationship Id="rId7" Type="http://schemas.openxmlformats.org/officeDocument/2006/relationships/slideLayout" Target="../slideLayouts/slideLayout65.xml"/><Relationship Id="rId6" Type="http://schemas.openxmlformats.org/officeDocument/2006/relationships/slideLayout" Target="../slideLayouts/slideLayout64.xml"/><Relationship Id="rId5" Type="http://schemas.openxmlformats.org/officeDocument/2006/relationships/slideLayout" Target="../slideLayouts/slideLayout63.xml"/><Relationship Id="rId4" Type="http://schemas.openxmlformats.org/officeDocument/2006/relationships/slideLayout" Target="../slideLayouts/slideLayout62.xml"/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1.xml"/><Relationship Id="rId8" Type="http://schemas.openxmlformats.org/officeDocument/2006/relationships/image" Target="../media/image6.svg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theme" Target="../theme/theme12.xml"/><Relationship Id="rId8" Type="http://schemas.openxmlformats.org/officeDocument/2006/relationships/image" Target="../media/image6.svg"/><Relationship Id="rId7" Type="http://schemas.openxmlformats.org/officeDocument/2006/relationships/slideLayout" Target="../slideLayouts/slideLayout79.xml"/><Relationship Id="rId6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6.xml"/><Relationship Id="rId3" Type="http://schemas.openxmlformats.org/officeDocument/2006/relationships/slideLayout" Target="../slideLayouts/slideLayout75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theme" Target="../theme/theme13.xml"/><Relationship Id="rId8" Type="http://schemas.openxmlformats.org/officeDocument/2006/relationships/image" Target="../media/image6.svg"/><Relationship Id="rId7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1.xml"/><Relationship Id="rId1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8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20963" cy="34940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14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7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6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4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0421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8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1"/>
            <a:ext cx="8304213" cy="3167511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lvl1pPr algn="l" defTabSz="685800" rtl="0" eaLnBrk="1" latinLnBrk="0" hangingPunct="1">
        <a:lnSpc>
          <a:spcPct val="110000"/>
        </a:lnSpc>
        <a:spcBef>
          <a:spcPct val="0"/>
        </a:spcBef>
        <a:buNone/>
        <a:defRPr sz="21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2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8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8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8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8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8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8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8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/>
          <p:cNvSpPr>
            <a:spLocks noGrp="1"/>
          </p:cNvSpPr>
          <p:nvPr>
            <p:ph type="title"/>
          </p:nvPr>
        </p:nvSpPr>
        <p:spPr>
          <a:xfrm>
            <a:off x="396001" y="309001"/>
            <a:ext cx="8320963" cy="413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Slide title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396001" y="1278000"/>
            <a:ext cx="8320963" cy="345433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GB" dirty="0"/>
              <a:t>First level</a:t>
            </a:r>
            <a:endParaRPr lang="en-GB" dirty="0"/>
          </a:p>
          <a:p>
            <a:pPr lvl="1"/>
            <a:r>
              <a:rPr lang="en-GB" dirty="0"/>
              <a:t>Second level </a:t>
            </a:r>
            <a:endParaRPr lang="en-GB" dirty="0"/>
          </a:p>
          <a:p>
            <a:pPr lvl="2"/>
            <a:r>
              <a:rPr lang="en-GB" dirty="0"/>
              <a:t>Third level</a:t>
            </a:r>
            <a:endParaRPr lang="en-GB" dirty="0"/>
          </a:p>
          <a:p>
            <a:pPr lvl="3"/>
            <a:r>
              <a:rPr lang="en-GB" dirty="0"/>
              <a:t>Fourth level</a:t>
            </a:r>
            <a:endParaRPr lang="en-GB" dirty="0"/>
          </a:p>
          <a:p>
            <a:pPr lvl="4"/>
            <a:r>
              <a:rPr lang="en-GB" dirty="0"/>
              <a:t>Fifth level</a:t>
            </a:r>
            <a:endParaRPr lang="en-GB" dirty="0"/>
          </a:p>
        </p:txBody>
      </p:sp>
      <p:sp>
        <p:nvSpPr>
          <p:cNvPr id="10" name="TextBox 6"/>
          <p:cNvSpPr txBox="1">
            <a:spLocks noChangeArrowheads="1"/>
          </p:cNvSpPr>
          <p:nvPr userDrawn="1"/>
        </p:nvSpPr>
        <p:spPr bwMode="auto">
          <a:xfrm>
            <a:off x="351190" y="4873633"/>
            <a:ext cx="68707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ingLiU-ExtB" panose="02020500000000000000" pitchFamily="18" charset="-120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HK" sz="750" b="1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      </a:t>
            </a:r>
            <a:r>
              <a:rPr lang="en-US" altLang="zh-HK" sz="75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|    © 2024 Automated Systems Holdings Limited and/or its affiliates. All rights reserved.</a:t>
            </a:r>
            <a:r>
              <a:rPr lang="en-US" altLang="zh-HK" sz="750" dirty="0">
                <a:solidFill>
                  <a:srgbClr val="595959"/>
                </a:solidFill>
                <a:latin typeface="+mn-lt"/>
                <a:cs typeface="Arial" panose="020B0604020202020204" pitchFamily="34" charset="0"/>
              </a:rPr>
              <a:t>		</a:t>
            </a:r>
            <a:endParaRPr lang="en-US" altLang="zh-HK" sz="750" dirty="0">
              <a:solidFill>
                <a:srgbClr val="595959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309629" y="4882429"/>
            <a:ext cx="311641" cy="195263"/>
          </a:xfrm>
          <a:prstGeom prst="rect">
            <a:avLst/>
          </a:prstGeom>
        </p:spPr>
        <p:txBody>
          <a:bodyPr anchor="ctr"/>
          <a:lstStyle/>
          <a:p>
            <a:pPr algn="r" defTabSz="914400" fontAlgn="base">
              <a:spcBef>
                <a:spcPct val="0"/>
              </a:spcBef>
              <a:spcAft>
                <a:spcPct val="0"/>
              </a:spcAft>
            </a:pPr>
            <a:fld id="{F28EB554-0C4E-4534-8FDB-D9C30A472B3F}" type="slidenum">
              <a:rPr lang="en-US" altLang="zh-HK" sz="750" kern="1200">
                <a:solidFill>
                  <a:schemeClr val="accent1"/>
                </a:solidFill>
                <a:latin typeface="+mn-lt"/>
                <a:ea typeface="+mn-ea"/>
                <a:cs typeface="+mn-cs"/>
              </a:rPr>
            </a:fld>
            <a:endParaRPr lang="en-US" altLang="zh-HK" sz="75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100" b="1" i="0" kern="1200">
          <a:solidFill>
            <a:schemeClr val="accent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Tx/>
        <a:buNone/>
        <a:tabLst>
          <a:tab pos="6214745" algn="r"/>
        </a:tabLst>
        <a:defRPr sz="1500" b="0" kern="1200">
          <a:solidFill>
            <a:schemeClr val="accent1"/>
          </a:solidFill>
          <a:latin typeface="+mj-lt"/>
          <a:ea typeface="+mn-ea"/>
          <a:cs typeface="+mn-cs"/>
        </a:defRPr>
      </a:lvl1pPr>
      <a:lvl2pPr marL="6350" indent="0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FontTx/>
        <a:buNone/>
        <a:tabLst>
          <a:tab pos="6281420" algn="r"/>
        </a:tabLst>
        <a:defRPr sz="15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0256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SzPct val="100000"/>
        <a:buFontTx/>
        <a:buBlip>
          <a:blip r:embed="rId8"/>
        </a:buBlip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404495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accent1"/>
        </a:buClr>
        <a:buFont typeface="Arial" panose="020B0604020202020204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607060" indent="-202565" algn="l" defTabSz="685800" rtl="0" eaLnBrk="1" latinLnBrk="0" hangingPunct="1">
        <a:lnSpc>
          <a:spcPct val="100000"/>
        </a:lnSpc>
        <a:spcBef>
          <a:spcPts val="0"/>
        </a:spcBef>
        <a:spcAft>
          <a:spcPts val="675"/>
        </a:spcAft>
        <a:buClr>
          <a:schemeClr val="tx1"/>
        </a:buClr>
        <a:buFont typeface="Arial" panose="020B0604020202020204" pitchFamily="34" charset="0"/>
        <a:buChar char="•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8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24000" y="951750"/>
            <a:ext cx="8496000" cy="3240000"/>
          </a:xfrm>
        </p:spPr>
        <p:txBody>
          <a:bodyPr>
            <a:normAutofit lnSpcReduction="10000"/>
          </a:bodyPr>
          <a:lstStyle/>
          <a:p>
            <a:r>
              <a:rPr lang="en-US" altLang="zh-CN" sz="2200" dirty="0">
                <a:solidFill>
                  <a:srgbClr val="0070C0"/>
                </a:solidFill>
                <a:sym typeface="+mn-ea"/>
              </a:rPr>
              <a:t>The Presentation of Enterprise Content Management Solution</a:t>
            </a:r>
            <a:endParaRPr lang="en-US" sz="2200" dirty="0">
              <a:solidFill>
                <a:srgbClr val="0070C0"/>
              </a:solidFill>
            </a:endParaRPr>
          </a:p>
          <a:p>
            <a:r>
              <a:rPr lang="en-US" sz="2200" dirty="0"/>
              <a:t> </a:t>
            </a:r>
            <a:endParaRPr lang="en-US" sz="2200" dirty="0"/>
          </a:p>
          <a:p>
            <a:r>
              <a:rPr lang="en-US" altLang="en-US" dirty="0">
                <a:solidFill>
                  <a:srgbClr val="0070C0"/>
                </a:solidFill>
                <a:sym typeface="+mn-ea"/>
              </a:rPr>
              <a:t>Automated </a:t>
            </a:r>
            <a:r>
              <a:rPr lang="en-US" dirty="0">
                <a:solidFill>
                  <a:srgbClr val="0070C0"/>
                </a:solidFill>
                <a:sym typeface="+mn-ea"/>
              </a:rPr>
              <a:t>Smart ECM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Presented by: ASL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r>
              <a:rPr lang="en-US" sz="1600" b="0" dirty="0">
                <a:solidFill>
                  <a:schemeClr val="tx2"/>
                </a:solidFill>
              </a:rPr>
              <a:t>M</a:t>
            </a:r>
            <a:r>
              <a:rPr lang="en-US" altLang="zh-CN" sz="1600" b="0" dirty="0">
                <a:solidFill>
                  <a:schemeClr val="tx2"/>
                </a:solidFill>
              </a:rPr>
              <a:t>arch 202</a:t>
            </a:r>
            <a:r>
              <a:rPr lang="" altLang="en-US" sz="1600" b="0" dirty="0">
                <a:solidFill>
                  <a:schemeClr val="tx2"/>
                </a:solidFill>
              </a:rPr>
              <a:t>6</a:t>
            </a:r>
            <a:endParaRPr lang="en-US" sz="1600" b="0" dirty="0">
              <a:solidFill>
                <a:schemeClr val="tx2"/>
              </a:solidFill>
            </a:endParaRPr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16679" y="771705"/>
            <a:ext cx="8304213" cy="3600588"/>
          </a:xfrm>
        </p:spPr>
        <p:txBody>
          <a:bodyPr>
            <a:normAutofit lnSpcReduction="10000"/>
          </a:bodyPr>
          <a:lstStyle/>
          <a:p>
            <a:r>
              <a:rPr lang="" altLang="en-US" dirty="0"/>
              <a:t>Major Features</a:t>
            </a:r>
            <a:endParaRPr lang="en-US" dirty="0"/>
          </a:p>
          <a:p>
            <a:r>
              <a:rPr lang="" dirty="0"/>
              <a:t>DMS Functionality</a:t>
            </a:r>
            <a:endParaRPr lang="en-US" altLang="en-US" dirty="0">
              <a:sym typeface="+mn-ea"/>
            </a:endParaRPr>
          </a:p>
          <a:p>
            <a:r>
              <a:rPr lang="" altLang="en-US" dirty="0"/>
              <a:t>Deployment</a:t>
            </a:r>
            <a:endParaRPr lang="" altLang="en-US" dirty="0"/>
          </a:p>
          <a:p>
            <a:r>
              <a:rPr lang="" altLang="en-US" dirty="0"/>
              <a:t>Licensing Scheme</a:t>
            </a:r>
            <a:r>
              <a:rPr lang="en-US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855" y="51191"/>
            <a:ext cx="8324892" cy="413999"/>
          </a:xfrm>
        </p:spPr>
        <p:txBody>
          <a:bodyPr/>
          <a:lstStyle/>
          <a:p>
            <a:r>
              <a:rPr lang="en-US" altLang="en-US" dirty="0">
                <a:sym typeface="+mn-ea"/>
              </a:rPr>
              <a:t>Major Features</a:t>
            </a:r>
            <a:endParaRPr 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411345" y="170815"/>
            <a:ext cx="5518150" cy="497268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OCR &amp; </a:t>
            </a:r>
            <a:r>
              <a:rPr lang="en-US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Extraction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English</a:t>
            </a: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 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extraction and metadata filling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Score calculation </a:t>
            </a:r>
            <a:endParaRPr 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 Collaboration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 Approval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 processing execution regularly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Retention and Reminder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Auditing</a:t>
            </a:r>
            <a:endParaRPr 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Audit log Report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12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1795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252075" y="592138"/>
            <a:ext cx="4993541" cy="5233132"/>
          </a:xfrm>
        </p:spPr>
        <p:txBody>
          <a:bodyPr>
            <a:normAutofit lnSpcReduction="10000"/>
          </a:bodyPr>
          <a:p>
            <a:r>
              <a:rPr lang="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Folder Level Access Rights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Authorize different folder permission to respective AD group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Custom metadata for different folder</a:t>
            </a:r>
            <a:endParaRPr lang="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Upload &amp; </a:t>
            </a:r>
            <a:r>
              <a:rPr lang="" altLang="en-US" sz="1600">
                <a:solidFill>
                  <a:schemeClr val="accent1">
                    <a:lumMod val="75000"/>
                    <a:lumOff val="25000"/>
                  </a:schemeClr>
                </a:solidFill>
              </a:rPr>
              <a:t>Scan</a:t>
            </a:r>
            <a:endParaRPr lang="en-US" sz="16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</a:t>
            </a: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import electronic document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scan paper files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</a:rPr>
              <a:t>Document Online Preview</a:t>
            </a:r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PDF file online preview</a:t>
            </a: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 page by page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Support watermar</a:t>
            </a:r>
            <a:r>
              <a:rPr lang="en-US" sz="1200">
                <a:solidFill>
                  <a:schemeClr val="accent1">
                    <a:lumMod val="75000"/>
                    <a:lumOff val="25000"/>
                  </a:schemeClr>
                </a:solidFill>
              </a:rPr>
              <a:t>k</a:t>
            </a:r>
            <a:endParaRPr lang="en-US" sz="12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en-US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</a:rPr>
              <a:t>Summary document by AI assistant</a:t>
            </a:r>
            <a:endParaRPr lang="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lvl="1">
              <a:buFont typeface="Arial" panose="020B0604020202020204" pitchFamily="34" charset="0"/>
            </a:pPr>
            <a:r>
              <a:rPr 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AI-powered Search Capabilit</a:t>
            </a:r>
            <a:r>
              <a:rPr lang="" altLang="en-US" sz="16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y</a:t>
            </a:r>
            <a:endParaRPr lang="" altLang="en-US" sz="16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 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endParaRPr lang="en-US">
              <a:solidFill>
                <a:schemeClr val="accent1">
                  <a:lumMod val="50000"/>
                  <a:lumOff val="50000"/>
                </a:schemeClr>
              </a:solidFill>
            </a:endParaRPr>
          </a:p>
          <a:p>
            <a:endParaRPr lang="en-US" dirty="0">
              <a:solidFill>
                <a:schemeClr val="accent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Folder Level Access Rights</a:t>
            </a:r>
            <a:endParaRPr lang="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71691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Authroize read/write/delete permissions to different groups on each folder</a:t>
            </a:r>
            <a:endParaRPr lang="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Inherit folder security</a:t>
            </a:r>
            <a:endParaRPr lang="" altLang="en-US" sz="100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Custom metadata for different folder</a:t>
            </a:r>
            <a:endParaRPr lang="en-US" alt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endParaRPr lang="en-US" altLang="en-US" sz="1000" dirty="0" err="1" smtClean="0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Upload &amp; </a:t>
            </a:r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Scan</a:t>
            </a:r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252095" y="723265"/>
            <a:ext cx="4572000" cy="40894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import electronic document into the system</a:t>
            </a:r>
            <a:endParaRPr lang="en-US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scan paper files into the system</a:t>
            </a:r>
            <a:endParaRPr lang="en-US" altLang="en-US" sz="1000" dirty="0" err="1" smtClean="0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Online Preview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40894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CN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Support PDF file online preview</a:t>
            </a: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 page by page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6350" lvl="1" indent="0">
              <a:buFont typeface="Arial" panose="020B0604020202020204" pitchFamily="34" charset="0"/>
              <a:buNone/>
            </a:pPr>
            <a:endParaRPr lang="" altLang="en-US" sz="1000" dirty="0" err="1" smtClean="0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 Assistant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2095" y="771525"/>
            <a:ext cx="4572000" cy="40894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Search document by AI assistant</a:t>
            </a:r>
            <a:endParaRPr lang="en-US" altLang="zh-CN" sz="1000">
              <a:solidFill>
                <a:schemeClr val="accent1">
                  <a:lumMod val="75000"/>
                  <a:lumOff val="25000"/>
                </a:schemeClr>
              </a:solidFill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Summary document by AI assistant</a:t>
            </a:r>
            <a:endParaRPr lang="en-US" altLang="en-US" sz="1000" dirty="0" err="1" smtClean="0">
              <a:solidFill>
                <a:schemeClr val="accent1">
                  <a:lumMod val="75000"/>
                  <a:lumOff val="25000"/>
                </a:schemeClr>
              </a:solidFill>
              <a:ea typeface="Open Sans SemiBold"/>
              <a:cs typeface="Open Sans SemiBold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AI</a:t>
            </a:r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-powered Search Capability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095" y="723265"/>
            <a:ext cx="4572000" cy="56324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index values of documen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keywords in document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177800" lvl="1" indent="-171450"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Use Natural Language to search document </a:t>
            </a:r>
            <a:endParaRPr lang="en-US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OCR and Data Extraction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English</a:t>
            </a: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, Traditional/Simplified Chinese full text OCR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Automatically data extraction and metadata filling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Confidence Score calculation </a:t>
            </a:r>
            <a:endParaRPr lang="en-US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Document Collaboration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8705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Workflow Approval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Batch processing execution regularly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Retention and Reminder</a:t>
            </a:r>
            <a:endParaRPr lang="en-US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System Auditing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4572000" cy="117856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spAutoFit/>
          </a:bodyPr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Role-base functionalities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Transaction based audit log (What user do during a period)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Search Audit Log</a:t>
            </a:r>
            <a:endParaRPr lang="en-US" altLang="zh-HK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zh-HK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Audit log Report</a:t>
            </a:r>
            <a:endParaRPr lang="en-US" altLang="zh-HK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Deployment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723265"/>
            <a:ext cx="8647430" cy="151003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On-premisis deploy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" altLang="en-US" sz="1000" dirty="0" smtClean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customer provide hardware platform. </a:t>
            </a:r>
            <a:endParaRPr lang="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" altLang="en-US" sz="1000" dirty="0" smtClean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GPU with at least 22GB vRAM is need to run AI-related function </a:t>
            </a:r>
            <a:endParaRPr lang="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" altLang="en-US" sz="1000" dirty="0" smtClean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and features.</a:t>
            </a:r>
            <a:endParaRPr lang="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91865" y="3462655"/>
            <a:ext cx="8541385" cy="94488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Hybrid Cloud</a:t>
            </a:r>
            <a:r>
              <a:rPr lang="en-US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deploy</a:t>
            </a:r>
            <a:endParaRPr lang="en-US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" altLang="en-US" sz="1000" dirty="0" smtClean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The solution can deploy to government cloud or other public cloud in container/K8S. </a:t>
            </a:r>
            <a:endParaRPr lang="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" altLang="en-US" sz="1000" dirty="0" smtClean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AI-powered computing subscription is need to run AI-related function and features. </a:t>
            </a:r>
            <a:endParaRPr lang="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595" y="646430"/>
            <a:ext cx="4076700" cy="2713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5" y="2211705"/>
            <a:ext cx="3355340" cy="23336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" altLang="en-US" dirty="0">
                <a:solidFill>
                  <a:schemeClr val="accent1">
                    <a:lumMod val="75000"/>
                    <a:lumOff val="25000"/>
                  </a:schemeClr>
                </a:solidFill>
                <a:sym typeface="+mn-ea"/>
              </a:rPr>
              <a:t>Licensing Scheme</a:t>
            </a:r>
            <a:endParaRPr lang="" altLang="en-US" dirty="0">
              <a:solidFill>
                <a:schemeClr val="accent1">
                  <a:lumMod val="75000"/>
                  <a:lumOff val="25000"/>
                </a:schemeClr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107950" y="1131570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 smtClean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Perpetual License</a:t>
            </a:r>
            <a:endParaRPr lang="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" altLang="en-US" sz="1000" dirty="0" smtClean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perpetual license, user are not limited to named users or concurrent users. One-off implementation cost and yearly maintenance cost are need to pay. </a:t>
            </a:r>
            <a:endParaRPr lang="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81280" y="1851660"/>
            <a:ext cx="8654415" cy="1422400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p>
            <a:pPr marL="628650" lvl="1" indent="-179705" eaLnBrk="0" hangingPunct="0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" altLang="en-US" sz="1000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Subscription License</a:t>
            </a:r>
            <a:endParaRPr lang="" altLang="en-US" sz="1000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" altLang="en-US" sz="1000" dirty="0" smtClean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Under subscription license, named users are caculated for a yearly subscription fee. There is no limited to concurrent users during the subscription period. </a:t>
            </a:r>
            <a:endParaRPr lang="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-107950" y="771525"/>
            <a:ext cx="8681085" cy="202628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rtlCol="0" anchor="t">
            <a:noAutofit/>
          </a:bodyPr>
          <a:p>
            <a:pPr marL="448945" lvl="1" indent="0" eaLnBrk="0" hangingPunct="0"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" altLang="en-US" sz="1000" dirty="0" smtClean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 SemiBold"/>
                <a:cs typeface="Arial" panose="020B0604020202020204" pitchFamily="34" charset="0"/>
                <a:sym typeface="+mn-ea"/>
              </a:rPr>
              <a:t>ASL provide 2 pricing schemes for purchasing the solution:</a:t>
            </a:r>
            <a:endParaRPr lang="" altLang="en-US" sz="1000" dirty="0" smtClean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 SemiBold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 txBox="1"/>
          <p:nvPr/>
        </p:nvSpPr>
        <p:spPr>
          <a:xfrm>
            <a:off x="756000" y="1491750"/>
            <a:ext cx="5256000" cy="2874750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Tx/>
              <a:buNone/>
              <a:tabLst>
                <a:tab pos="6214745" algn="r"/>
              </a:tabLst>
              <a:defRPr sz="1500" b="0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635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Tx/>
              <a:buNone/>
              <a:tabLst>
                <a:tab pos="6281420" algn="r"/>
              </a:tabLst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0256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SzPct val="100000"/>
              <a:buFontTx/>
              <a:buBlip>
                <a:blip r:embed="rId1"/>
              </a:buBlip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4495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07060" indent="-202565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b="1" dirty="0"/>
              <a:t>Q &amp; A</a:t>
            </a:r>
            <a:endParaRPr lang="en-US" sz="3200" b="1" dirty="0"/>
          </a:p>
          <a:p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cwMWM0YjEyNDI2OTZjZTEwZmRlYzNiN2Y2ZmQ2OWMifQ=="/>
</p:tagLst>
</file>

<file path=ppt/theme/theme1.xml><?xml version="1.0" encoding="utf-8"?>
<a:theme xmlns:a="http://schemas.openxmlformats.org/drawingml/2006/main" name="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 Optional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 Optional - Sector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. Optional - DevSecOps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. Color palette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algn="l">
          <a:spcBef>
            <a:spcPts val="2200"/>
          </a:spcBef>
          <a:defRPr sz="1500" dirty="0" err="1" smtClean="0">
            <a:solidFill>
              <a:srgbClr val="465A6E"/>
            </a:solidFill>
            <a:latin typeface="+mn-lt"/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3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4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6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7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8_1. Basic slides">
  <a:themeElements>
    <a:clrScheme name="ASL">
      <a:dk1>
        <a:srgbClr val="465A6E"/>
      </a:dk1>
      <a:lt1>
        <a:srgbClr val="DBDBDB"/>
      </a:lt1>
      <a:dk2>
        <a:srgbClr val="000000"/>
      </a:dk2>
      <a:lt2>
        <a:srgbClr val="FFFFFF"/>
      </a:lt2>
      <a:accent1>
        <a:srgbClr val="005AAA"/>
      </a:accent1>
      <a:accent2>
        <a:srgbClr val="052D5F"/>
      </a:accent2>
      <a:accent3>
        <a:srgbClr val="0087FF"/>
      </a:accent3>
      <a:accent4>
        <a:srgbClr val="00B9FF"/>
      </a:accent4>
      <a:accent5>
        <a:srgbClr val="005AAA"/>
      </a:accent5>
      <a:accent6>
        <a:srgbClr val="052D5F"/>
      </a:accent6>
      <a:hlink>
        <a:srgbClr val="00DCFF"/>
      </a:hlink>
      <a:folHlink>
        <a:srgbClr val="00DCF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</a:spPr>
      <a:bodyPr lIns="0" tIns="0" rIns="0" bIns="0" rtlCol="0" anchor="t" anchorCtr="0"/>
      <a:lstStyle>
        <a:defPPr algn="l">
          <a:defRPr kumimoji="1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12700">
          <a:miter lim="400000"/>
        </a:ln>
      </a:spPr>
      <a:bodyPr wrap="square" lIns="50800" tIns="50800" rIns="50800" bIns="50800" rtlCol="0">
        <a:spAutoFit/>
      </a:bodyPr>
      <a:lstStyle>
        <a:defPPr marL="0" algn="l">
          <a:spcBef>
            <a:spcPts val="0"/>
          </a:spcBef>
          <a:defRPr sz="1500" dirty="0" err="1" smtClean="0">
            <a:ea typeface="Open Sans SemiBold"/>
            <a:cs typeface="Open Sans SemiBold"/>
            <a:sym typeface="Open Sans SemiBold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2788</Words>
  <Application>WPS 演示</Application>
  <PresentationFormat>On-screen Show (16:9)</PresentationFormat>
  <Paragraphs>128</Paragraphs>
  <Slides>15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15</vt:i4>
      </vt:variant>
    </vt:vector>
  </HeadingPairs>
  <TitlesOfParts>
    <vt:vector size="43" baseType="lpstr">
      <vt:lpstr>Arial</vt:lpstr>
      <vt:lpstr>SimSun</vt:lpstr>
      <vt:lpstr>Wingdings</vt:lpstr>
      <vt:lpstr>Open Sans SemiBold</vt:lpstr>
      <vt:lpstr>Segoe Print</vt:lpstr>
      <vt:lpstr>MingLiU-ExtB</vt:lpstr>
      <vt:lpstr>Mulish ExtraBold</vt:lpstr>
      <vt:lpstr>Arial</vt:lpstr>
      <vt:lpstr>Microsoft YaHei</vt:lpstr>
      <vt:lpstr>Arial Unicode MS</vt:lpstr>
      <vt:lpstr>Calibri</vt:lpstr>
      <vt:lpstr>DengXian</vt:lpstr>
      <vt:lpstr>Microsoft JhengHei</vt:lpstr>
      <vt:lpstr>SimHei</vt:lpstr>
      <vt:lpstr>PMingLiU</vt:lpstr>
      <vt:lpstr>1. Basic slides</vt:lpstr>
      <vt:lpstr>2. Optional slides</vt:lpstr>
      <vt:lpstr>3. Optional - Sector slides</vt:lpstr>
      <vt:lpstr>4. Optional - DevSecOps slides</vt:lpstr>
      <vt:lpstr>5. Color palette</vt:lpstr>
      <vt:lpstr>1_1. Basic slides</vt:lpstr>
      <vt:lpstr>2_1. Basic slides</vt:lpstr>
      <vt:lpstr>3_1. Basic slides</vt:lpstr>
      <vt:lpstr>4_1. Basic slides</vt:lpstr>
      <vt:lpstr>5_1. Basic slides</vt:lpstr>
      <vt:lpstr>6_1. Basic slides</vt:lpstr>
      <vt:lpstr>7_1. Basic slides</vt:lpstr>
      <vt:lpstr>8_1. Basic slides</vt:lpstr>
      <vt:lpstr>PowerPoint 演示文稿</vt:lpstr>
      <vt:lpstr>PowerPoint 演示文稿</vt:lpstr>
      <vt:lpstr>System Architecture</vt:lpstr>
      <vt:lpstr>System Architecture</vt:lpstr>
      <vt:lpstr>Container platform (CaaS)</vt:lpstr>
      <vt:lpstr>Document Upload &amp; Scan</vt:lpstr>
      <vt:lpstr>Document Online Preview</vt:lpstr>
      <vt:lpstr>AI Assistant</vt:lpstr>
      <vt:lpstr>AI-powered Search Capability</vt:lpstr>
      <vt:lpstr>OCR and Data Extraction</vt:lpstr>
      <vt:lpstr>Document Collaboration</vt:lpstr>
      <vt:lpstr>System Auditing</vt:lpstr>
      <vt:lpstr>Deployment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ASL</dc:creator>
  <cp:lastModifiedBy>企业用户_421588755</cp:lastModifiedBy>
  <cp:revision>440</cp:revision>
  <dcterms:created xsi:type="dcterms:W3CDTF">2021-12-01T06:52:00Z</dcterms:created>
  <dcterms:modified xsi:type="dcterms:W3CDTF">2026-04-10T08:40:57Z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EB43493B14834E5993A93026F47F2E75_13</vt:lpwstr>
  </property>
  <property fmtid="{D5CDD505-2E9C-101B-9397-08002B2CF9AE}" pid="3" name="KSOProductBuildVer">
    <vt:lpwstr>2052-12.1.0.18608</vt:lpwstr>
  </property>
</Properties>
</file>