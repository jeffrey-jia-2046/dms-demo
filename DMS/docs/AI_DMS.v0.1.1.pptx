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ov" ContentType="video/quicktime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4.svg" ContentType="image/svg+xml"/>
  <Override PartName="/ppt/media/image16.svg" ContentType="image/svg+xml"/>
  <Override PartName="/ppt/media/image1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3"/>
    <p:sldMasterId id="2147483670" r:id="rId4"/>
    <p:sldMasterId id="2147483677" r:id="rId5"/>
    <p:sldMasterId id="2147483681" r:id="rId6"/>
    <p:sldMasterId id="2147483683" r:id="rId7"/>
    <p:sldMasterId id="2147483691" r:id="rId8"/>
    <p:sldMasterId id="2147483699" r:id="rId9"/>
    <p:sldMasterId id="2147483707" r:id="rId10"/>
    <p:sldMasterId id="2147483715" r:id="rId11"/>
    <p:sldMasterId id="2147483723" r:id="rId12"/>
    <p:sldMasterId id="2147483731" r:id="rId13"/>
    <p:sldMasterId id="2147483739" r:id="rId14"/>
  </p:sldMasterIdLst>
  <p:notesMasterIdLst>
    <p:notesMasterId r:id="rId18"/>
  </p:notesMasterIdLst>
  <p:handoutMasterIdLst>
    <p:handoutMasterId r:id="rId34"/>
  </p:handoutMasterIdLst>
  <p:sldIdLst>
    <p:sldId id="343" r:id="rId15"/>
    <p:sldId id="365" r:id="rId16"/>
    <p:sldId id="383" r:id="rId17"/>
    <p:sldId id="364" r:id="rId19"/>
    <p:sldId id="366" r:id="rId20"/>
    <p:sldId id="406" r:id="rId21"/>
    <p:sldId id="407" r:id="rId22"/>
    <p:sldId id="408" r:id="rId23"/>
    <p:sldId id="409" r:id="rId24"/>
    <p:sldId id="410" r:id="rId25"/>
    <p:sldId id="411" r:id="rId26"/>
    <p:sldId id="416" r:id="rId27"/>
    <p:sldId id="412" r:id="rId28"/>
    <p:sldId id="413" r:id="rId29"/>
    <p:sldId id="418" r:id="rId30"/>
    <p:sldId id="417" r:id="rId31"/>
    <p:sldId id="325" r:id="rId32"/>
    <p:sldId id="279" r:id="rId33"/>
  </p:sldIdLst>
  <p:sldSz cx="9144000" cy="5143500" type="screen16x9"/>
  <p:notesSz cx="6858000" cy="9144000"/>
  <p:custDataLst>
    <p:tags r:id="rId38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2565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5AAA"/>
    <a:srgbClr val="465A6E"/>
    <a:srgbClr val="F7F7F7"/>
    <a:srgbClr val="FFFFFF"/>
    <a:srgbClr val="373737"/>
    <a:srgbClr val="A4A4A4"/>
    <a:srgbClr val="C5C5C5"/>
    <a:srgbClr val="D7DEE5"/>
    <a:srgbClr val="AEBD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1" autoAdjust="0"/>
    <p:restoredTop sz="85158" autoAdjust="0"/>
  </p:normalViewPr>
  <p:slideViewPr>
    <p:cSldViewPr>
      <p:cViewPr varScale="1">
        <p:scale>
          <a:sx n="116" d="100"/>
          <a:sy n="116" d="100"/>
        </p:scale>
        <p:origin x="64" y="2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2884" y="76"/>
      </p:cViewPr>
      <p:guideLst/>
    </p:cSldViewPr>
  </p:notesViewPr>
  <p:gridSpacing cx="360000" cy="360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8" Type="http://schemas.openxmlformats.org/officeDocument/2006/relationships/tags" Target="tags/tag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18.xml"/><Relationship Id="rId32" Type="http://schemas.openxmlformats.org/officeDocument/2006/relationships/slide" Target="slides/slide17.xml"/><Relationship Id="rId31" Type="http://schemas.openxmlformats.org/officeDocument/2006/relationships/slide" Target="slides/slide16.xml"/><Relationship Id="rId30" Type="http://schemas.openxmlformats.org/officeDocument/2006/relationships/slide" Target="slides/slide1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4.xml"/><Relationship Id="rId28" Type="http://schemas.openxmlformats.org/officeDocument/2006/relationships/slide" Target="slides/slide13.xml"/><Relationship Id="rId27" Type="http://schemas.openxmlformats.org/officeDocument/2006/relationships/slide" Target="slides/slide12.xml"/><Relationship Id="rId26" Type="http://schemas.openxmlformats.org/officeDocument/2006/relationships/slide" Target="slides/slide11.xml"/><Relationship Id="rId25" Type="http://schemas.openxmlformats.org/officeDocument/2006/relationships/slide" Target="slides/slide10.xml"/><Relationship Id="rId24" Type="http://schemas.openxmlformats.org/officeDocument/2006/relationships/slide" Target="slides/slide9.xml"/><Relationship Id="rId23" Type="http://schemas.openxmlformats.org/officeDocument/2006/relationships/slide" Target="slides/slide8.xml"/><Relationship Id="rId22" Type="http://schemas.openxmlformats.org/officeDocument/2006/relationships/slide" Target="slides/slide7.xml"/><Relationship Id="rId21" Type="http://schemas.openxmlformats.org/officeDocument/2006/relationships/slide" Target="slides/slide6.xml"/><Relationship Id="rId20" Type="http://schemas.openxmlformats.org/officeDocument/2006/relationships/slide" Target="slides/slide5.xml"/><Relationship Id="rId2" Type="http://schemas.openxmlformats.org/officeDocument/2006/relationships/theme" Target="theme/theme1.xml"/><Relationship Id="rId19" Type="http://schemas.openxmlformats.org/officeDocument/2006/relationships/slide" Target="slides/slide4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3.xml"/><Relationship Id="rId16" Type="http://schemas.openxmlformats.org/officeDocument/2006/relationships/slide" Target="slides/slide2.xml"/><Relationship Id="rId15" Type="http://schemas.openxmlformats.org/officeDocument/2006/relationships/slide" Target="slides/slide1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12F159-0795-400A-ADEA-AD454C9E6C44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2B7DBF-7562-4C0C-8DED-D8962C01DD17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20BD2D-B7C1-40B5-861F-B51231545FDF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565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Building dataset &gt; update BR year built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List of Demolished Buildings &gt; update BR status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Index of OC &gt; update name of Owners’ Corporations (OC) </a:t>
            </a:r>
            <a:r>
              <a:rPr lang="zh-TW" altLang="en-US" dirty="0"/>
              <a:t>業主立案法團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Namespace 1: normal application without GNET/Internet traffic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2: Service Mesh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3: GNET outbound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4: Internet outbound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1.mov"/><Relationship Id="rId2" Type="http://schemas.openxmlformats.org/officeDocument/2006/relationships/video" Target="../media/media1.mov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1.mov"/><Relationship Id="rId2" Type="http://schemas.openxmlformats.org/officeDocument/2006/relationships/video" Target="../media/media1.mov"/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1.mov"/><Relationship Id="rId2" Type="http://schemas.openxmlformats.org/officeDocument/2006/relationships/video" Target="../media/media1.mov"/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1.mov"/><Relationship Id="rId2" Type="http://schemas.openxmlformats.org/officeDocument/2006/relationships/video" Target="../media/media1.mov"/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52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1.mov"/><Relationship Id="rId2" Type="http://schemas.openxmlformats.org/officeDocument/2006/relationships/video" Target="../media/media1.mov"/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9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59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1.mov"/><Relationship Id="rId2" Type="http://schemas.openxmlformats.org/officeDocument/2006/relationships/video" Target="../media/media1.mov"/><Relationship Id="rId1" Type="http://schemas.openxmlformats.org/officeDocument/2006/relationships/slideMaster" Target="../slideMasters/slideMaster10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0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66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1.mov"/><Relationship Id="rId2" Type="http://schemas.openxmlformats.org/officeDocument/2006/relationships/video" Target="../media/media1.mov"/><Relationship Id="rId1" Type="http://schemas.openxmlformats.org/officeDocument/2006/relationships/slideMaster" Target="../slideMasters/slideMaster1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1.xml"/></Relationships>
</file>

<file path=ppt/slideLayouts/_rels/slideLayout73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1.mov"/><Relationship Id="rId2" Type="http://schemas.openxmlformats.org/officeDocument/2006/relationships/video" Target="../media/media1.mov"/><Relationship Id="rId1" Type="http://schemas.openxmlformats.org/officeDocument/2006/relationships/slideMaster" Target="../slideMasters/slideMaster1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2.xml"/></Relationships>
</file>

<file path=ppt/slideLayouts/_rels/slideLayout80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1.mov"/><Relationship Id="rId2" Type="http://schemas.openxmlformats.org/officeDocument/2006/relationships/video" Target="../media/media1.mov"/><Relationship Id="rId1" Type="http://schemas.openxmlformats.org/officeDocument/2006/relationships/slideMaster" Target="../slideMasters/slideMaster13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(Text onl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0" y="1278001"/>
            <a:ext cx="3755260" cy="3494025"/>
          </a:xfrm>
          <a:prstGeom prst="rect">
            <a:avLst/>
          </a:prstGeom>
        </p:spPr>
        <p:txBody>
          <a:bodyPr/>
          <a:lstStyle>
            <a:lvl3pPr marL="202565" indent="-202565">
              <a:defRPr/>
            </a:lvl3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4989260" y="1278001"/>
            <a:ext cx="3731633" cy="3494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pic>
        <p:nvPicPr>
          <p:cNvPr id="1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57000"/>
          </a:xfrm>
          <a:prstGeom prst="rect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00152" y="1249199"/>
            <a:ext cx="4171848" cy="3522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 marL="202565" indent="-202565">
              <a:buClr>
                <a:schemeClr val="bg2"/>
              </a:buClr>
              <a:buFontTx/>
              <a:defRPr>
                <a:solidFill>
                  <a:schemeClr val="bg2"/>
                </a:solidFill>
              </a:defRPr>
            </a:lvl3pPr>
            <a:lvl4pPr marL="404495" indent="-202565"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 marL="607060" indent="-202565">
              <a:buClr>
                <a:schemeClr val="bg1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10433" y="4852991"/>
            <a:ext cx="809678" cy="1911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3852000" y="-668250"/>
            <a:ext cx="2520000" cy="71814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>
            <a:spAutoFit/>
          </a:bodyPr>
          <a:lstStyle/>
          <a:p>
            <a:pPr algn="l">
              <a:spcBef>
                <a:spcPts val="2200"/>
              </a:spcBef>
            </a:pPr>
            <a:endParaRPr lang="en-US" sz="40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6000" y="648000"/>
            <a:ext cx="8324110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bg2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110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5700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00152" y="1249199"/>
            <a:ext cx="4171848" cy="3522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 noChangeAspect="1"/>
          </p:cNvSpPr>
          <p:nvPr>
            <p:ph type="pic" sz="quarter" idx="14"/>
          </p:nvPr>
        </p:nvSpPr>
        <p:spPr>
          <a:xfrm>
            <a:off x="5815617" y="0"/>
            <a:ext cx="3337120" cy="5157000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00153" y="1249201"/>
            <a:ext cx="4590947" cy="31592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10433" y="4852991"/>
            <a:ext cx="809678" cy="1911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6000" y="648000"/>
            <a:ext cx="4595100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4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1" y="309001"/>
            <a:ext cx="4587805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328384" cy="5157000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139406" y="1249201"/>
            <a:ext cx="4581487" cy="31592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3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140001" y="648000"/>
            <a:ext cx="4576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4140001" y="309001"/>
            <a:ext cx="4580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0" y="3114000"/>
            <a:ext cx="8316812" cy="165815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00150" y="1102576"/>
            <a:ext cx="4171850" cy="1838228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4572297" y="1102576"/>
            <a:ext cx="4144666" cy="1838228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3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2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 (text + 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12809" y="2810760"/>
            <a:ext cx="1958788" cy="19669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16590" y="1102576"/>
            <a:ext cx="1955006" cy="1469174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2536034" y="1102576"/>
            <a:ext cx="1955006" cy="1469174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4646849" y="1102576"/>
            <a:ext cx="1955006" cy="1469174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6765347" y="1102576"/>
            <a:ext cx="1955006" cy="1469174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452640" y="1100138"/>
            <a:ext cx="0" cy="36776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 userDrawn="1"/>
        </p:nvCxnSpPr>
        <p:spPr>
          <a:xfrm>
            <a:off x="4569813" y="1100138"/>
            <a:ext cx="0" cy="36776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 userDrawn="1"/>
        </p:nvCxnSpPr>
        <p:spPr>
          <a:xfrm>
            <a:off x="6686756" y="1100138"/>
            <a:ext cx="0" cy="36776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9" name="Text Placeholder 8"/>
          <p:cNvSpPr>
            <a:spLocks noGrp="1"/>
          </p:cNvSpPr>
          <p:nvPr>
            <p:ph type="body" sz="quarter" idx="26" hasCustomPrompt="1"/>
          </p:nvPr>
        </p:nvSpPr>
        <p:spPr>
          <a:xfrm>
            <a:off x="2537888" y="2810760"/>
            <a:ext cx="1958788" cy="19669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</p:txBody>
      </p:sp>
      <p:sp>
        <p:nvSpPr>
          <p:cNvPr id="50" name="Text Placeholder 8"/>
          <p:cNvSpPr>
            <a:spLocks noGrp="1"/>
          </p:cNvSpPr>
          <p:nvPr>
            <p:ph type="body" sz="quarter" idx="27" hasCustomPrompt="1"/>
          </p:nvPr>
        </p:nvSpPr>
        <p:spPr>
          <a:xfrm>
            <a:off x="4644892" y="2810760"/>
            <a:ext cx="1958788" cy="19669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</p:txBody>
      </p:sp>
      <p:sp>
        <p:nvSpPr>
          <p:cNvPr id="51" name="Text Placeholder 8"/>
          <p:cNvSpPr>
            <a:spLocks noGrp="1"/>
          </p:cNvSpPr>
          <p:nvPr>
            <p:ph type="body" sz="quarter" idx="28" hasCustomPrompt="1"/>
          </p:nvPr>
        </p:nvSpPr>
        <p:spPr>
          <a:xfrm>
            <a:off x="6758335" y="2810760"/>
            <a:ext cx="1958788" cy="19669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(text + ic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16590" y="1825374"/>
            <a:ext cx="2430158" cy="148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4" hasCustomPrompt="1"/>
          </p:nvPr>
        </p:nvSpPr>
        <p:spPr>
          <a:xfrm>
            <a:off x="396000" y="1062001"/>
            <a:ext cx="8314264" cy="599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8890" indent="0"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First level</a:t>
            </a:r>
            <a:endParaRPr lang="en-GB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5098714" y="142574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8" hasCustomPrompt="1"/>
          </p:nvPr>
        </p:nvSpPr>
        <p:spPr>
          <a:xfrm>
            <a:off x="6284257" y="1825374"/>
            <a:ext cx="2430158" cy="148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25" name="Picture Placeholder 6"/>
          <p:cNvSpPr>
            <a:spLocks noGrp="1"/>
          </p:cNvSpPr>
          <p:nvPr>
            <p:ph type="pic" sz="quarter" idx="30" hasCustomPrompt="1"/>
          </p:nvPr>
        </p:nvSpPr>
        <p:spPr>
          <a:xfrm>
            <a:off x="3356922" y="1825374"/>
            <a:ext cx="2430158" cy="148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pic>
        <p:nvPicPr>
          <p:cNvPr id="27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8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12808" y="3544814"/>
            <a:ext cx="2446935" cy="12278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  <a:p>
            <a:pPr lvl="2"/>
            <a:r>
              <a:rPr lang="en-GB" dirty="0"/>
              <a:t>Fourth level</a:t>
            </a:r>
            <a:endParaRPr lang="en-GB" dirty="0"/>
          </a:p>
          <a:p>
            <a:pPr lvl="3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29" name="Text Placeholder 8"/>
          <p:cNvSpPr>
            <a:spLocks noGrp="1"/>
          </p:cNvSpPr>
          <p:nvPr>
            <p:ph type="body" sz="quarter" idx="31" hasCustomPrompt="1"/>
          </p:nvPr>
        </p:nvSpPr>
        <p:spPr>
          <a:xfrm>
            <a:off x="3348704" y="3544814"/>
            <a:ext cx="2446935" cy="12278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  <a:p>
            <a:pPr lvl="2"/>
            <a:r>
              <a:rPr lang="en-GB" dirty="0"/>
              <a:t>Fourth level</a:t>
            </a:r>
            <a:endParaRPr lang="en-GB" dirty="0"/>
          </a:p>
          <a:p>
            <a:pPr lvl="3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30" name="Text Placeholder 8"/>
          <p:cNvSpPr>
            <a:spLocks noGrp="1"/>
          </p:cNvSpPr>
          <p:nvPr>
            <p:ph type="body" sz="quarter" idx="32" hasCustomPrompt="1"/>
          </p:nvPr>
        </p:nvSpPr>
        <p:spPr>
          <a:xfrm>
            <a:off x="6272569" y="3544814"/>
            <a:ext cx="2446935" cy="12278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  <a:p>
            <a:pPr lvl="2"/>
            <a:r>
              <a:rPr lang="en-GB" dirty="0"/>
              <a:t>Fourth level</a:t>
            </a:r>
            <a:endParaRPr lang="en-GB" dirty="0"/>
          </a:p>
          <a:p>
            <a:pPr lvl="3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oxes (Data + ic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62837" y="3548200"/>
            <a:ext cx="1661259" cy="11345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FontTx/>
              <a:buNone/>
              <a:defRPr sz="900">
                <a:solidFill>
                  <a:schemeClr val="accent1"/>
                </a:solidFill>
              </a:defRPr>
            </a:lvl1pPr>
            <a:lvl2pPr>
              <a:buFontTx/>
              <a:buNone/>
              <a:defRPr sz="900"/>
            </a:lvl2pPr>
            <a:lvl3pPr marL="4445" indent="0" defTabSz="675005">
              <a:spcAft>
                <a:spcPts val="675"/>
              </a:spcAft>
              <a:buFontTx/>
              <a:buNone/>
              <a:defRPr sz="90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81283" y="2391057"/>
            <a:ext cx="1824368" cy="1070281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15964" y="1825375"/>
            <a:ext cx="1955006" cy="2951303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en-US" sz="505" dirty="0">
              <a:noFill/>
            </a:endParaRPr>
          </a:p>
        </p:txBody>
      </p:sp>
      <p:sp>
        <p:nvSpPr>
          <p:cNvPr id="20" name="Text Placeholder 8"/>
          <p:cNvSpPr>
            <a:spLocks noGrp="1"/>
          </p:cNvSpPr>
          <p:nvPr>
            <p:ph type="body" sz="quarter" idx="25" hasCustomPrompt="1"/>
          </p:nvPr>
        </p:nvSpPr>
        <p:spPr>
          <a:xfrm>
            <a:off x="562837" y="1932209"/>
            <a:ext cx="1661259" cy="3823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100">
                <a:solidFill>
                  <a:schemeClr val="accent1"/>
                </a:solidFill>
                <a:latin typeface="+mn-lt"/>
              </a:defRPr>
            </a:lvl1pPr>
            <a:lvl2pPr marL="5080" indent="0">
              <a:tabLst>
                <a:tab pos="6281420" algn="r"/>
              </a:tabLst>
              <a:defRPr sz="2100">
                <a:solidFill>
                  <a:schemeClr val="tx1"/>
                </a:solidFill>
              </a:defRPr>
            </a:lvl2pPr>
            <a:lvl3pPr marL="0" indent="0">
              <a:buFontTx/>
              <a:buNone/>
              <a:defRPr sz="2100">
                <a:solidFill>
                  <a:schemeClr val="tx1"/>
                </a:solidFill>
              </a:defRPr>
            </a:lvl3pPr>
            <a:lvl4pPr marL="5080" indent="0">
              <a:buFontTx/>
              <a:buNone/>
              <a:defRPr sz="2100">
                <a:solidFill>
                  <a:schemeClr val="tx1"/>
                </a:solidFill>
              </a:defRPr>
            </a:lvl4pPr>
          </a:lstStyle>
          <a:p>
            <a:pPr lvl="0"/>
            <a:r>
              <a:rPr lang="en-GB" dirty="0"/>
              <a:t>Number</a:t>
            </a:r>
            <a:endParaRPr lang="en-GB" dirty="0"/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27" hasCustomPrompt="1"/>
          </p:nvPr>
        </p:nvSpPr>
        <p:spPr>
          <a:xfrm>
            <a:off x="2603695" y="2391057"/>
            <a:ext cx="1824368" cy="1070281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2538376" y="1825375"/>
            <a:ext cx="1955006" cy="2951303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en-US" sz="505" dirty="0">
              <a:noFill/>
            </a:endParaRPr>
          </a:p>
        </p:txBody>
      </p:sp>
      <p:sp>
        <p:nvSpPr>
          <p:cNvPr id="29" name="Picture Placeholder 6"/>
          <p:cNvSpPr>
            <a:spLocks noGrp="1"/>
          </p:cNvSpPr>
          <p:nvPr>
            <p:ph type="pic" sz="quarter" idx="30" hasCustomPrompt="1"/>
          </p:nvPr>
        </p:nvSpPr>
        <p:spPr>
          <a:xfrm>
            <a:off x="4720626" y="2391057"/>
            <a:ext cx="1824368" cy="1070281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30" name="Rectangle 29"/>
          <p:cNvSpPr/>
          <p:nvPr userDrawn="1"/>
        </p:nvSpPr>
        <p:spPr>
          <a:xfrm>
            <a:off x="4655308" y="1825375"/>
            <a:ext cx="1955006" cy="2951303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en-US" sz="505" dirty="0">
              <a:noFill/>
            </a:endParaRPr>
          </a:p>
        </p:txBody>
      </p:sp>
      <p:sp>
        <p:nvSpPr>
          <p:cNvPr id="33" name="Picture Placeholder 6"/>
          <p:cNvSpPr>
            <a:spLocks noGrp="1"/>
          </p:cNvSpPr>
          <p:nvPr>
            <p:ph type="pic" sz="quarter" idx="33" hasCustomPrompt="1"/>
          </p:nvPr>
        </p:nvSpPr>
        <p:spPr>
          <a:xfrm>
            <a:off x="6824500" y="2391057"/>
            <a:ext cx="1824368" cy="1070281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34" name="Rectangle 33"/>
          <p:cNvSpPr/>
          <p:nvPr userDrawn="1"/>
        </p:nvSpPr>
        <p:spPr>
          <a:xfrm>
            <a:off x="6759183" y="1825375"/>
            <a:ext cx="1955006" cy="2951303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en-US" sz="505" dirty="0">
              <a:noFill/>
            </a:endParaRPr>
          </a:p>
        </p:txBody>
      </p:sp>
      <p:sp>
        <p:nvSpPr>
          <p:cNvPr id="40" name="Text Placeholder 8"/>
          <p:cNvSpPr>
            <a:spLocks noGrp="1"/>
          </p:cNvSpPr>
          <p:nvPr>
            <p:ph type="body" sz="quarter" idx="38" hasCustomPrompt="1"/>
          </p:nvPr>
        </p:nvSpPr>
        <p:spPr>
          <a:xfrm>
            <a:off x="2685250" y="1932209"/>
            <a:ext cx="1661259" cy="3823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100">
                <a:solidFill>
                  <a:schemeClr val="accent1"/>
                </a:solidFill>
                <a:latin typeface="+mn-lt"/>
              </a:defRPr>
            </a:lvl1pPr>
            <a:lvl2pPr marL="5080" indent="0">
              <a:tabLst>
                <a:tab pos="6281420" algn="r"/>
              </a:tabLst>
              <a:defRPr sz="2100">
                <a:solidFill>
                  <a:schemeClr val="tx1"/>
                </a:solidFill>
              </a:defRPr>
            </a:lvl2pPr>
            <a:lvl3pPr marL="0" indent="0">
              <a:buFontTx/>
              <a:buNone/>
              <a:defRPr sz="2100">
                <a:solidFill>
                  <a:schemeClr val="tx1"/>
                </a:solidFill>
              </a:defRPr>
            </a:lvl3pPr>
            <a:lvl4pPr marL="5080" indent="0">
              <a:buFontTx/>
              <a:buNone/>
              <a:defRPr sz="2100">
                <a:solidFill>
                  <a:schemeClr val="tx1"/>
                </a:solidFill>
              </a:defRPr>
            </a:lvl4pPr>
          </a:lstStyle>
          <a:p>
            <a:pPr lvl="0"/>
            <a:r>
              <a:rPr lang="en-GB" dirty="0"/>
              <a:t>Number</a:t>
            </a:r>
            <a:endParaRPr lang="en-GB" dirty="0"/>
          </a:p>
        </p:txBody>
      </p:sp>
      <p:sp>
        <p:nvSpPr>
          <p:cNvPr id="42" name="Text Placeholder 8"/>
          <p:cNvSpPr>
            <a:spLocks noGrp="1"/>
          </p:cNvSpPr>
          <p:nvPr>
            <p:ph type="body" sz="quarter" idx="40" hasCustomPrompt="1"/>
          </p:nvPr>
        </p:nvSpPr>
        <p:spPr>
          <a:xfrm>
            <a:off x="4802180" y="1932209"/>
            <a:ext cx="1661259" cy="3823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100">
                <a:solidFill>
                  <a:schemeClr val="accent1"/>
                </a:solidFill>
                <a:latin typeface="+mn-lt"/>
              </a:defRPr>
            </a:lvl1pPr>
            <a:lvl2pPr marL="5080" indent="0">
              <a:tabLst>
                <a:tab pos="6281420" algn="r"/>
              </a:tabLst>
              <a:defRPr sz="2100">
                <a:solidFill>
                  <a:schemeClr val="tx1"/>
                </a:solidFill>
              </a:defRPr>
            </a:lvl2pPr>
            <a:lvl3pPr marL="0" indent="0">
              <a:buFontTx/>
              <a:buNone/>
              <a:defRPr sz="2100">
                <a:solidFill>
                  <a:schemeClr val="tx1"/>
                </a:solidFill>
              </a:defRPr>
            </a:lvl3pPr>
            <a:lvl4pPr marL="5080" indent="0">
              <a:buFontTx/>
              <a:buNone/>
              <a:defRPr sz="2100">
                <a:solidFill>
                  <a:schemeClr val="tx1"/>
                </a:solidFill>
              </a:defRPr>
            </a:lvl4pPr>
          </a:lstStyle>
          <a:p>
            <a:pPr lvl="0"/>
            <a:r>
              <a:rPr lang="en-GB" dirty="0"/>
              <a:t>Number</a:t>
            </a:r>
            <a:endParaRPr lang="en-GB" dirty="0"/>
          </a:p>
        </p:txBody>
      </p:sp>
      <p:sp>
        <p:nvSpPr>
          <p:cNvPr id="44" name="Text Placeholder 8"/>
          <p:cNvSpPr>
            <a:spLocks noGrp="1"/>
          </p:cNvSpPr>
          <p:nvPr>
            <p:ph type="body" sz="quarter" idx="42" hasCustomPrompt="1"/>
          </p:nvPr>
        </p:nvSpPr>
        <p:spPr>
          <a:xfrm>
            <a:off x="6906056" y="1932209"/>
            <a:ext cx="1661259" cy="3823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100">
                <a:solidFill>
                  <a:schemeClr val="accent1"/>
                </a:solidFill>
                <a:latin typeface="+mn-lt"/>
              </a:defRPr>
            </a:lvl1pPr>
            <a:lvl2pPr marL="5080" indent="0">
              <a:tabLst>
                <a:tab pos="6281420" algn="r"/>
              </a:tabLst>
              <a:defRPr sz="2100">
                <a:solidFill>
                  <a:schemeClr val="tx1"/>
                </a:solidFill>
              </a:defRPr>
            </a:lvl2pPr>
            <a:lvl3pPr marL="0" indent="0">
              <a:buFontTx/>
              <a:buNone/>
              <a:defRPr sz="2100">
                <a:solidFill>
                  <a:schemeClr val="tx1"/>
                </a:solidFill>
              </a:defRPr>
            </a:lvl3pPr>
            <a:lvl4pPr marL="5080" indent="0">
              <a:buFontTx/>
              <a:buNone/>
              <a:defRPr sz="2100">
                <a:solidFill>
                  <a:schemeClr val="tx1"/>
                </a:solidFill>
              </a:defRPr>
            </a:lvl4pPr>
          </a:lstStyle>
          <a:p>
            <a:pPr lvl="0"/>
            <a:r>
              <a:rPr lang="en-GB" dirty="0"/>
              <a:t>Number</a:t>
            </a:r>
            <a:endParaRPr lang="en-GB" dirty="0"/>
          </a:p>
        </p:txBody>
      </p:sp>
      <p:pic>
        <p:nvPicPr>
          <p:cNvPr id="4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6" name="Text Placeholder 8"/>
          <p:cNvSpPr>
            <a:spLocks noGrp="1"/>
          </p:cNvSpPr>
          <p:nvPr>
            <p:ph type="body" sz="quarter" idx="43" hasCustomPrompt="1"/>
          </p:nvPr>
        </p:nvSpPr>
        <p:spPr>
          <a:xfrm>
            <a:off x="2678405" y="3548200"/>
            <a:ext cx="1661259" cy="11345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FontTx/>
              <a:buNone/>
              <a:defRPr sz="900">
                <a:solidFill>
                  <a:schemeClr val="accent1"/>
                </a:solidFill>
              </a:defRPr>
            </a:lvl1pPr>
            <a:lvl2pPr>
              <a:buFontTx/>
              <a:buNone/>
              <a:defRPr sz="900"/>
            </a:lvl2pPr>
            <a:lvl3pPr marL="4445" indent="0" defTabSz="675005">
              <a:spcAft>
                <a:spcPts val="675"/>
              </a:spcAft>
              <a:buFontTx/>
              <a:buNone/>
              <a:defRPr sz="90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47" name="Text Placeholder 8"/>
          <p:cNvSpPr>
            <a:spLocks noGrp="1"/>
          </p:cNvSpPr>
          <p:nvPr>
            <p:ph type="body" sz="quarter" idx="44" hasCustomPrompt="1"/>
          </p:nvPr>
        </p:nvSpPr>
        <p:spPr>
          <a:xfrm>
            <a:off x="4800326" y="3548200"/>
            <a:ext cx="1661259" cy="11345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FontTx/>
              <a:buNone/>
              <a:defRPr sz="900">
                <a:solidFill>
                  <a:schemeClr val="accent1"/>
                </a:solidFill>
              </a:defRPr>
            </a:lvl1pPr>
            <a:lvl2pPr>
              <a:buFontTx/>
              <a:buNone/>
              <a:defRPr sz="900"/>
            </a:lvl2pPr>
            <a:lvl3pPr marL="4445" indent="0" defTabSz="675005">
              <a:spcAft>
                <a:spcPts val="675"/>
              </a:spcAft>
              <a:buFontTx/>
              <a:buNone/>
              <a:defRPr sz="90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48" name="Text Placeholder 8"/>
          <p:cNvSpPr>
            <a:spLocks noGrp="1"/>
          </p:cNvSpPr>
          <p:nvPr>
            <p:ph type="body" sz="quarter" idx="45" hasCustomPrompt="1"/>
          </p:nvPr>
        </p:nvSpPr>
        <p:spPr>
          <a:xfrm>
            <a:off x="6905342" y="3548200"/>
            <a:ext cx="1661259" cy="11345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FontTx/>
              <a:buNone/>
              <a:defRPr sz="900">
                <a:solidFill>
                  <a:schemeClr val="accent1"/>
                </a:solidFill>
              </a:defRPr>
            </a:lvl1pPr>
            <a:lvl2pPr>
              <a:buFontTx/>
              <a:buNone/>
              <a:defRPr sz="900"/>
            </a:lvl2pPr>
            <a:lvl3pPr marL="4445" indent="0" defTabSz="675005">
              <a:spcAft>
                <a:spcPts val="675"/>
              </a:spcAft>
              <a:buFontTx/>
              <a:buNone/>
              <a:defRPr sz="90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24" hasCustomPrompt="1"/>
          </p:nvPr>
        </p:nvSpPr>
        <p:spPr>
          <a:xfrm>
            <a:off x="396000" y="1062001"/>
            <a:ext cx="8314264" cy="599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8890" indent="0"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First level</a:t>
            </a:r>
            <a:endParaRPr lang="en-GB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oumn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1283361" y="1061202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24" hasCustomPrompt="1"/>
          </p:nvPr>
        </p:nvSpPr>
        <p:spPr>
          <a:xfrm>
            <a:off x="413175" y="1102576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cxnSp>
        <p:nvCxnSpPr>
          <p:cNvPr id="13" name="Straight Connector 12"/>
          <p:cNvCxnSpPr/>
          <p:nvPr userDrawn="1"/>
        </p:nvCxnSpPr>
        <p:spPr>
          <a:xfrm flipH="1">
            <a:off x="411166" y="1917556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Picture Placeholder 6"/>
          <p:cNvSpPr>
            <a:spLocks noGrp="1"/>
          </p:cNvSpPr>
          <p:nvPr>
            <p:ph type="pic" sz="quarter" idx="26" hasCustomPrompt="1"/>
          </p:nvPr>
        </p:nvSpPr>
        <p:spPr>
          <a:xfrm>
            <a:off x="413175" y="2058540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37" name="Picture Placeholder 6"/>
          <p:cNvSpPr>
            <a:spLocks noGrp="1"/>
          </p:cNvSpPr>
          <p:nvPr>
            <p:ph type="pic" sz="quarter" idx="28" hasCustomPrompt="1"/>
          </p:nvPr>
        </p:nvSpPr>
        <p:spPr>
          <a:xfrm>
            <a:off x="413175" y="3014504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39" name="Picture Placeholder 6"/>
          <p:cNvSpPr>
            <a:spLocks noGrp="1"/>
          </p:cNvSpPr>
          <p:nvPr>
            <p:ph type="pic" sz="quarter" idx="30" hasCustomPrompt="1"/>
          </p:nvPr>
        </p:nvSpPr>
        <p:spPr>
          <a:xfrm>
            <a:off x="413175" y="3970467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cxnSp>
        <p:nvCxnSpPr>
          <p:cNvPr id="41" name="Straight Connector 40"/>
          <p:cNvCxnSpPr/>
          <p:nvPr userDrawn="1"/>
        </p:nvCxnSpPr>
        <p:spPr>
          <a:xfrm flipH="1">
            <a:off x="411166" y="2873520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 userDrawn="1"/>
        </p:nvCxnSpPr>
        <p:spPr>
          <a:xfrm flipH="1">
            <a:off x="411166" y="3829484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Picture Placeholder 6"/>
          <p:cNvSpPr>
            <a:spLocks noGrp="1"/>
          </p:cNvSpPr>
          <p:nvPr>
            <p:ph type="pic" sz="quarter" idx="32" hasCustomPrompt="1"/>
          </p:nvPr>
        </p:nvSpPr>
        <p:spPr>
          <a:xfrm>
            <a:off x="4974605" y="1102576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cxnSp>
        <p:nvCxnSpPr>
          <p:cNvPr id="57" name="Straight Connector 56"/>
          <p:cNvCxnSpPr/>
          <p:nvPr userDrawn="1"/>
        </p:nvCxnSpPr>
        <p:spPr>
          <a:xfrm flipH="1">
            <a:off x="4972597" y="1917556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Picture Placeholder 6"/>
          <p:cNvSpPr>
            <a:spLocks noGrp="1"/>
          </p:cNvSpPr>
          <p:nvPr>
            <p:ph type="pic" sz="quarter" idx="34" hasCustomPrompt="1"/>
          </p:nvPr>
        </p:nvSpPr>
        <p:spPr>
          <a:xfrm>
            <a:off x="4974605" y="2058540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61" name="Picture Placeholder 6"/>
          <p:cNvSpPr>
            <a:spLocks noGrp="1"/>
          </p:cNvSpPr>
          <p:nvPr>
            <p:ph type="pic" sz="quarter" idx="36" hasCustomPrompt="1"/>
          </p:nvPr>
        </p:nvSpPr>
        <p:spPr>
          <a:xfrm>
            <a:off x="4974605" y="3014504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63" name="Picture Placeholder 6"/>
          <p:cNvSpPr>
            <a:spLocks noGrp="1"/>
          </p:cNvSpPr>
          <p:nvPr>
            <p:ph type="pic" sz="quarter" idx="38" hasCustomPrompt="1"/>
          </p:nvPr>
        </p:nvSpPr>
        <p:spPr>
          <a:xfrm>
            <a:off x="4974605" y="3970467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cxnSp>
        <p:nvCxnSpPr>
          <p:cNvPr id="64" name="Straight Connector 63"/>
          <p:cNvCxnSpPr/>
          <p:nvPr userDrawn="1"/>
        </p:nvCxnSpPr>
        <p:spPr>
          <a:xfrm flipH="1">
            <a:off x="4972597" y="2873520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 userDrawn="1"/>
        </p:nvCxnSpPr>
        <p:spPr>
          <a:xfrm flipH="1">
            <a:off x="4972597" y="3829484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1" name="Text Placeholder 8"/>
          <p:cNvSpPr>
            <a:spLocks noGrp="1"/>
          </p:cNvSpPr>
          <p:nvPr>
            <p:ph type="body" sz="quarter" idx="41" hasCustomPrompt="1"/>
          </p:nvPr>
        </p:nvSpPr>
        <p:spPr>
          <a:xfrm>
            <a:off x="1283361" y="2017166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73" name="Text Placeholder 8"/>
          <p:cNvSpPr>
            <a:spLocks noGrp="1"/>
          </p:cNvSpPr>
          <p:nvPr>
            <p:ph type="body" sz="quarter" idx="42" hasCustomPrompt="1"/>
          </p:nvPr>
        </p:nvSpPr>
        <p:spPr>
          <a:xfrm>
            <a:off x="1283361" y="2972126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75" name="Text Placeholder 8"/>
          <p:cNvSpPr>
            <a:spLocks noGrp="1"/>
          </p:cNvSpPr>
          <p:nvPr>
            <p:ph type="body" sz="quarter" idx="43" hasCustomPrompt="1"/>
          </p:nvPr>
        </p:nvSpPr>
        <p:spPr>
          <a:xfrm>
            <a:off x="1283361" y="3929094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80" name="Text Placeholder 8"/>
          <p:cNvSpPr>
            <a:spLocks noGrp="1"/>
          </p:cNvSpPr>
          <p:nvPr>
            <p:ph type="body" sz="quarter" idx="44" hasCustomPrompt="1"/>
          </p:nvPr>
        </p:nvSpPr>
        <p:spPr>
          <a:xfrm>
            <a:off x="5842783" y="1061202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81" name="Text Placeholder 8"/>
          <p:cNvSpPr>
            <a:spLocks noGrp="1"/>
          </p:cNvSpPr>
          <p:nvPr>
            <p:ph type="body" sz="quarter" idx="45" hasCustomPrompt="1"/>
          </p:nvPr>
        </p:nvSpPr>
        <p:spPr>
          <a:xfrm>
            <a:off x="5842783" y="2017166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82" name="Text Placeholder 8"/>
          <p:cNvSpPr>
            <a:spLocks noGrp="1"/>
          </p:cNvSpPr>
          <p:nvPr>
            <p:ph type="body" sz="quarter" idx="46" hasCustomPrompt="1"/>
          </p:nvPr>
        </p:nvSpPr>
        <p:spPr>
          <a:xfrm>
            <a:off x="5842783" y="2972126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83" name="Text Placeholder 8"/>
          <p:cNvSpPr>
            <a:spLocks noGrp="1"/>
          </p:cNvSpPr>
          <p:nvPr>
            <p:ph type="body" sz="quarter" idx="47" hasCustomPrompt="1"/>
          </p:nvPr>
        </p:nvSpPr>
        <p:spPr>
          <a:xfrm>
            <a:off x="5842783" y="3929094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Placeholder 6"/>
          <p:cNvSpPr>
            <a:spLocks noGrp="1"/>
          </p:cNvSpPr>
          <p:nvPr>
            <p:ph type="chart" sz="quarter" idx="14"/>
          </p:nvPr>
        </p:nvSpPr>
        <p:spPr>
          <a:xfrm>
            <a:off x="413174" y="1846303"/>
            <a:ext cx="8297090" cy="200060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15966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pic>
        <p:nvPicPr>
          <p:cNvPr id="31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2" name="Text Placeholder 8"/>
          <p:cNvSpPr>
            <a:spLocks noGrp="1"/>
          </p:cNvSpPr>
          <p:nvPr>
            <p:ph type="body" sz="quarter" idx="33" hasCustomPrompt="1"/>
          </p:nvPr>
        </p:nvSpPr>
        <p:spPr>
          <a:xfrm>
            <a:off x="1610223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sp>
        <p:nvSpPr>
          <p:cNvPr id="33" name="Text Placeholder 8"/>
          <p:cNvSpPr>
            <a:spLocks noGrp="1"/>
          </p:cNvSpPr>
          <p:nvPr>
            <p:ph type="body" sz="quarter" idx="34" hasCustomPrompt="1"/>
          </p:nvPr>
        </p:nvSpPr>
        <p:spPr>
          <a:xfrm>
            <a:off x="2804480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sp>
        <p:nvSpPr>
          <p:cNvPr id="34" name="Text Placeholder 8"/>
          <p:cNvSpPr>
            <a:spLocks noGrp="1"/>
          </p:cNvSpPr>
          <p:nvPr>
            <p:ph type="body" sz="quarter" idx="35" hasCustomPrompt="1"/>
          </p:nvPr>
        </p:nvSpPr>
        <p:spPr>
          <a:xfrm>
            <a:off x="3998736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sp>
        <p:nvSpPr>
          <p:cNvPr id="35" name="Text Placeholder 8"/>
          <p:cNvSpPr>
            <a:spLocks noGrp="1"/>
          </p:cNvSpPr>
          <p:nvPr>
            <p:ph type="body" sz="quarter" idx="36" hasCustomPrompt="1"/>
          </p:nvPr>
        </p:nvSpPr>
        <p:spPr>
          <a:xfrm>
            <a:off x="5192993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sp>
        <p:nvSpPr>
          <p:cNvPr id="36" name="Text Placeholder 8"/>
          <p:cNvSpPr>
            <a:spLocks noGrp="1"/>
          </p:cNvSpPr>
          <p:nvPr>
            <p:ph type="body" sz="quarter" idx="37" hasCustomPrompt="1"/>
          </p:nvPr>
        </p:nvSpPr>
        <p:spPr>
          <a:xfrm>
            <a:off x="6387250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sp>
        <p:nvSpPr>
          <p:cNvPr id="37" name="Text Placeholder 8"/>
          <p:cNvSpPr>
            <a:spLocks noGrp="1"/>
          </p:cNvSpPr>
          <p:nvPr>
            <p:ph type="body" sz="quarter" idx="38" hasCustomPrompt="1"/>
          </p:nvPr>
        </p:nvSpPr>
        <p:spPr>
          <a:xfrm>
            <a:off x="7581507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8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4" hasCustomPrompt="1"/>
          </p:nvPr>
        </p:nvSpPr>
        <p:spPr>
          <a:xfrm>
            <a:off x="396000" y="1062001"/>
            <a:ext cx="8314264" cy="599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8890" indent="0"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First level</a:t>
            </a:r>
            <a:endParaRPr lang="en-GB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ble Placeholder 5"/>
          <p:cNvSpPr>
            <a:spLocks noGrp="1"/>
          </p:cNvSpPr>
          <p:nvPr>
            <p:ph type="tbl" sz="quarter" idx="15"/>
          </p:nvPr>
        </p:nvSpPr>
        <p:spPr>
          <a:xfrm>
            <a:off x="413175" y="1112520"/>
            <a:ext cx="8303788" cy="329596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6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/>
          <p:cNvSpPr>
            <a:spLocks noGrp="1"/>
          </p:cNvSpPr>
          <p:nvPr>
            <p:ph type="pic" sz="quarter" idx="24" hasCustomPrompt="1"/>
          </p:nvPr>
        </p:nvSpPr>
        <p:spPr>
          <a:xfrm>
            <a:off x="413175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25" hasCustomPrompt="1"/>
          </p:nvPr>
        </p:nvSpPr>
        <p:spPr>
          <a:xfrm>
            <a:off x="1817319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6" hasCustomPrompt="1"/>
          </p:nvPr>
        </p:nvSpPr>
        <p:spPr>
          <a:xfrm>
            <a:off x="3229150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7" hasCustomPrompt="1"/>
          </p:nvPr>
        </p:nvSpPr>
        <p:spPr>
          <a:xfrm>
            <a:off x="4640978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8" hasCustomPrompt="1"/>
          </p:nvPr>
        </p:nvSpPr>
        <p:spPr>
          <a:xfrm>
            <a:off x="6052808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9" hasCustomPrompt="1"/>
          </p:nvPr>
        </p:nvSpPr>
        <p:spPr>
          <a:xfrm>
            <a:off x="7464638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38" name="Picture Placeholder 6"/>
          <p:cNvSpPr>
            <a:spLocks noGrp="1"/>
          </p:cNvSpPr>
          <p:nvPr>
            <p:ph type="pic" sz="quarter" idx="30" hasCustomPrompt="1"/>
          </p:nvPr>
        </p:nvSpPr>
        <p:spPr>
          <a:xfrm>
            <a:off x="400152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39" name="Picture Placeholder 6"/>
          <p:cNvSpPr>
            <a:spLocks noGrp="1"/>
          </p:cNvSpPr>
          <p:nvPr>
            <p:ph type="pic" sz="quarter" idx="31" hasCustomPrompt="1"/>
          </p:nvPr>
        </p:nvSpPr>
        <p:spPr>
          <a:xfrm>
            <a:off x="1811982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40" name="Picture Placeholder 6"/>
          <p:cNvSpPr>
            <a:spLocks noGrp="1"/>
          </p:cNvSpPr>
          <p:nvPr>
            <p:ph type="pic" sz="quarter" idx="32" hasCustomPrompt="1"/>
          </p:nvPr>
        </p:nvSpPr>
        <p:spPr>
          <a:xfrm>
            <a:off x="3223811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41" name="Picture Placeholder 6"/>
          <p:cNvSpPr>
            <a:spLocks noGrp="1"/>
          </p:cNvSpPr>
          <p:nvPr>
            <p:ph type="pic" sz="quarter" idx="33" hasCustomPrompt="1"/>
          </p:nvPr>
        </p:nvSpPr>
        <p:spPr>
          <a:xfrm>
            <a:off x="4635639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42" name="Picture Placeholder 6"/>
          <p:cNvSpPr>
            <a:spLocks noGrp="1"/>
          </p:cNvSpPr>
          <p:nvPr>
            <p:ph type="pic" sz="quarter" idx="34" hasCustomPrompt="1"/>
          </p:nvPr>
        </p:nvSpPr>
        <p:spPr>
          <a:xfrm>
            <a:off x="6047469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43" name="Picture Placeholder 6"/>
          <p:cNvSpPr>
            <a:spLocks noGrp="1"/>
          </p:cNvSpPr>
          <p:nvPr>
            <p:ph type="pic" sz="quarter" idx="35" hasCustomPrompt="1"/>
          </p:nvPr>
        </p:nvSpPr>
        <p:spPr>
          <a:xfrm>
            <a:off x="7459299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56" name="Picture Placeholder 6"/>
          <p:cNvSpPr>
            <a:spLocks noGrp="1"/>
          </p:cNvSpPr>
          <p:nvPr>
            <p:ph type="pic" sz="quarter" idx="36" hasCustomPrompt="1"/>
          </p:nvPr>
        </p:nvSpPr>
        <p:spPr>
          <a:xfrm>
            <a:off x="400152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57" name="Picture Placeholder 6"/>
          <p:cNvSpPr>
            <a:spLocks noGrp="1"/>
          </p:cNvSpPr>
          <p:nvPr>
            <p:ph type="pic" sz="quarter" idx="37" hasCustomPrompt="1"/>
          </p:nvPr>
        </p:nvSpPr>
        <p:spPr>
          <a:xfrm>
            <a:off x="1811982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58" name="Picture Placeholder 6"/>
          <p:cNvSpPr>
            <a:spLocks noGrp="1"/>
          </p:cNvSpPr>
          <p:nvPr>
            <p:ph type="pic" sz="quarter" idx="38" hasCustomPrompt="1"/>
          </p:nvPr>
        </p:nvSpPr>
        <p:spPr>
          <a:xfrm>
            <a:off x="3223811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59" name="Picture Placeholder 6"/>
          <p:cNvSpPr>
            <a:spLocks noGrp="1"/>
          </p:cNvSpPr>
          <p:nvPr>
            <p:ph type="pic" sz="quarter" idx="39" hasCustomPrompt="1"/>
          </p:nvPr>
        </p:nvSpPr>
        <p:spPr>
          <a:xfrm>
            <a:off x="4635639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0" name="Picture Placeholder 6"/>
          <p:cNvSpPr>
            <a:spLocks noGrp="1"/>
          </p:cNvSpPr>
          <p:nvPr>
            <p:ph type="pic" sz="quarter" idx="40" hasCustomPrompt="1"/>
          </p:nvPr>
        </p:nvSpPr>
        <p:spPr>
          <a:xfrm>
            <a:off x="6047469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1" name="Picture Placeholder 6"/>
          <p:cNvSpPr>
            <a:spLocks noGrp="1"/>
          </p:cNvSpPr>
          <p:nvPr>
            <p:ph type="pic" sz="quarter" idx="41" hasCustomPrompt="1"/>
          </p:nvPr>
        </p:nvSpPr>
        <p:spPr>
          <a:xfrm>
            <a:off x="7459299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2" name="Picture Placeholder 6"/>
          <p:cNvSpPr>
            <a:spLocks noGrp="1"/>
          </p:cNvSpPr>
          <p:nvPr>
            <p:ph type="pic" sz="quarter" idx="42" hasCustomPrompt="1"/>
          </p:nvPr>
        </p:nvSpPr>
        <p:spPr>
          <a:xfrm>
            <a:off x="400152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3" name="Picture Placeholder 6"/>
          <p:cNvSpPr>
            <a:spLocks noGrp="1"/>
          </p:cNvSpPr>
          <p:nvPr>
            <p:ph type="pic" sz="quarter" idx="43" hasCustomPrompt="1"/>
          </p:nvPr>
        </p:nvSpPr>
        <p:spPr>
          <a:xfrm>
            <a:off x="1811982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4" name="Picture Placeholder 6"/>
          <p:cNvSpPr>
            <a:spLocks noGrp="1"/>
          </p:cNvSpPr>
          <p:nvPr>
            <p:ph type="pic" sz="quarter" idx="44" hasCustomPrompt="1"/>
          </p:nvPr>
        </p:nvSpPr>
        <p:spPr>
          <a:xfrm>
            <a:off x="3223811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5" name="Picture Placeholder 6"/>
          <p:cNvSpPr>
            <a:spLocks noGrp="1"/>
          </p:cNvSpPr>
          <p:nvPr>
            <p:ph type="pic" sz="quarter" idx="45" hasCustomPrompt="1"/>
          </p:nvPr>
        </p:nvSpPr>
        <p:spPr>
          <a:xfrm>
            <a:off x="4635639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6" name="Picture Placeholder 6"/>
          <p:cNvSpPr>
            <a:spLocks noGrp="1"/>
          </p:cNvSpPr>
          <p:nvPr>
            <p:ph type="pic" sz="quarter" idx="46" hasCustomPrompt="1"/>
          </p:nvPr>
        </p:nvSpPr>
        <p:spPr>
          <a:xfrm>
            <a:off x="6047469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7" name="Picture Placeholder 6"/>
          <p:cNvSpPr>
            <a:spLocks noGrp="1"/>
          </p:cNvSpPr>
          <p:nvPr>
            <p:ph type="pic" sz="quarter" idx="47" hasCustomPrompt="1"/>
          </p:nvPr>
        </p:nvSpPr>
        <p:spPr>
          <a:xfrm>
            <a:off x="7459299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pic>
        <p:nvPicPr>
          <p:cNvPr id="70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18881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2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lthcare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6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396001" y="1908058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1" i="0" u="none" strike="noStrike" kern="1200" cap="none" spc="0" normalizeH="0" baseline="0" dirty="0">
                <a:ln>
                  <a:noFill/>
                </a:ln>
                <a:solidFill>
                  <a:srgbClr val="005AA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healthcare sector</a:t>
            </a:r>
            <a:endParaRPr kumimoji="0" lang="en-US" altLang="zh-TW" sz="2400" b="1" i="0" u="none" strike="noStrike" kern="1200" cap="none" spc="0" normalizeH="0" baseline="0" dirty="0">
              <a:ln>
                <a:noFill/>
              </a:ln>
              <a:solidFill>
                <a:srgbClr val="005AAA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extBox 4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ucation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3" name="TextBox 2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96001" y="1908058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1" i="0" u="none" strike="noStrike" kern="1200" cap="none" spc="0" normalizeH="0" baseline="0" dirty="0">
                <a:ln>
                  <a:noFill/>
                </a:ln>
                <a:solidFill>
                  <a:srgbClr val="005AA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education sector</a:t>
            </a:r>
            <a:endParaRPr kumimoji="0" lang="en-US" altLang="zh-TW" sz="2400" b="1" i="0" u="none" strike="noStrike" kern="1200" cap="none" spc="0" normalizeH="0" baseline="0" dirty="0">
              <a:ln>
                <a:noFill/>
              </a:ln>
              <a:solidFill>
                <a:srgbClr val="005AAA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iation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8" name="TextBox 7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396001" y="1908058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1" i="0" u="none" strike="noStrike" kern="1200" cap="none" spc="0" normalizeH="0" baseline="0" dirty="0">
                <a:ln>
                  <a:noFill/>
                </a:ln>
                <a:solidFill>
                  <a:srgbClr val="005AA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aviation sector</a:t>
            </a:r>
            <a:endParaRPr kumimoji="0" lang="en-US" altLang="zh-TW" sz="2400" b="1" i="0" u="none" strike="noStrike" kern="1200" cap="none" spc="0" normalizeH="0" baseline="0" dirty="0">
              <a:ln>
                <a:noFill/>
              </a:ln>
              <a:solidFill>
                <a:srgbClr val="005AAA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SFI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6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11" name="TextBox 10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 userDrawn="1"/>
        </p:nvSpPr>
        <p:spPr bwMode="auto">
          <a:xfrm>
            <a:off x="396001" y="1908058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1" i="0" u="none" strike="noStrike" kern="1200" cap="none" spc="0" normalizeH="0" baseline="0" dirty="0">
                <a:ln>
                  <a:noFill/>
                </a:ln>
                <a:solidFill>
                  <a:srgbClr val="005AA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BFSI sector</a:t>
            </a:r>
            <a:endParaRPr kumimoji="0" lang="en-US" altLang="zh-TW" sz="2400" b="1" i="0" u="none" strike="noStrike" kern="1200" cap="none" spc="0" normalizeH="0" baseline="0" dirty="0">
              <a:ln>
                <a:noFill/>
              </a:ln>
              <a:solidFill>
                <a:srgbClr val="005AAA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vernment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6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3" name="TextBox 2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396001" y="1908058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1" i="0" u="none" strike="noStrike" kern="1200" cap="none" spc="0" normalizeH="0" baseline="0" dirty="0">
                <a:ln>
                  <a:noFill/>
                </a:ln>
                <a:solidFill>
                  <a:srgbClr val="005AA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government sector</a:t>
            </a:r>
            <a:endParaRPr kumimoji="0" lang="en-US" altLang="zh-TW" sz="2400" b="1" i="0" u="none" strike="noStrike" kern="1200" cap="none" spc="0" normalizeH="0" baseline="0" dirty="0">
              <a:ln>
                <a:noFill/>
              </a:ln>
              <a:solidFill>
                <a:srgbClr val="005AAA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ther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6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Text Placeholder 14"/>
          <p:cNvSpPr>
            <a:spLocks noGrp="1"/>
          </p:cNvSpPr>
          <p:nvPr>
            <p:ph type="body" sz="quarter" idx="12" hasCustomPrompt="1"/>
          </p:nvPr>
        </p:nvSpPr>
        <p:spPr>
          <a:xfrm>
            <a:off x="395445" y="1908057"/>
            <a:ext cx="6048000" cy="378000"/>
          </a:xfrm>
        </p:spPr>
        <p:txBody>
          <a:bodyPr>
            <a:normAutofit/>
          </a:bodyPr>
          <a:lstStyle>
            <a:lvl1pPr>
              <a:defRPr sz="2400" b="1">
                <a:latin typeface="+mj-lt"/>
              </a:defRPr>
            </a:lvl1pPr>
          </a:lstStyle>
          <a:p>
            <a:pPr lvl="0"/>
            <a:r>
              <a:rPr lang="en-US" dirty="0"/>
              <a:t>&lt;XXXX&gt; sector</a:t>
            </a:r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blue lines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0" y="0"/>
            <a:ext cx="9145700" cy="5143500"/>
          </a:xfrm>
          <a:prstGeom prst="rect">
            <a:avLst/>
          </a:prstGeom>
        </p:spPr>
      </p:pic>
      <p:pic>
        <p:nvPicPr>
          <p:cNvPr id="7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10433" y="4852991"/>
            <a:ext cx="809678" cy="1911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599"/>
            <a:ext cx="4595100" cy="3238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2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 baseline="0">
                <a:solidFill>
                  <a:schemeClr val="bg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r>
              <a:rPr lang="en-US" dirty="0"/>
              <a:t>Development (Dev)</a:t>
            </a:r>
            <a:endParaRPr lang="en-US" dirty="0"/>
          </a:p>
          <a:p>
            <a:pPr lvl="1"/>
            <a:r>
              <a:rPr lang="en-US" dirty="0">
                <a:solidFill>
                  <a:schemeClr val="bg1"/>
                </a:solidFill>
              </a:rPr>
              <a:t>A solution innovator in offering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holistic business solutions to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accelerate customers’ digital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transformation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pic>
        <p:nvPicPr>
          <p:cNvPr id="2" name="Picture Placeholder 8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4078" b="-4078"/>
          <a:stretch>
            <a:fillRect/>
          </a:stretch>
        </p:blipFill>
        <p:spPr>
          <a:xfrm>
            <a:off x="6635548" y="1483043"/>
            <a:ext cx="1680319" cy="18173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blue lines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0" y="0"/>
            <a:ext cx="9145700" cy="5143500"/>
          </a:xfrm>
          <a:prstGeom prst="rect">
            <a:avLst/>
          </a:prstGeom>
        </p:spPr>
      </p:pic>
      <p:pic>
        <p:nvPicPr>
          <p:cNvPr id="7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10433" y="4852991"/>
            <a:ext cx="809678" cy="1911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599"/>
            <a:ext cx="4595100" cy="3238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2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 baseline="0">
                <a:solidFill>
                  <a:schemeClr val="bg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r>
              <a:rPr lang="en-US" dirty="0"/>
              <a:t>Security (Sec)</a:t>
            </a:r>
            <a:endParaRPr lang="en-US" dirty="0"/>
          </a:p>
          <a:p>
            <a:pPr lvl="1"/>
            <a:r>
              <a:rPr lang="en-US" dirty="0"/>
              <a:t>A market-leading expert specialized</a:t>
            </a:r>
            <a:br>
              <a:rPr lang="en-US" dirty="0"/>
            </a:br>
            <a:r>
              <a:rPr lang="en-US" dirty="0"/>
              <a:t>in digital asset protection and risks prevention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Placeholder 6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4078" b="-4078"/>
          <a:stretch>
            <a:fillRect/>
          </a:stretch>
        </p:blipFill>
        <p:spPr>
          <a:xfrm>
            <a:off x="6635548" y="1483043"/>
            <a:ext cx="1680319" cy="18173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blue lines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0" y="0"/>
            <a:ext cx="9145700" cy="5143500"/>
          </a:xfrm>
          <a:prstGeom prst="rect">
            <a:avLst/>
          </a:prstGeom>
        </p:spPr>
      </p:pic>
      <p:pic>
        <p:nvPicPr>
          <p:cNvPr id="7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10433" y="4852991"/>
            <a:ext cx="809678" cy="1911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599"/>
            <a:ext cx="4595100" cy="3238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2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 baseline="0">
                <a:solidFill>
                  <a:schemeClr val="bg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r>
              <a:rPr lang="en-US" dirty="0"/>
              <a:t>Operations (Ops)</a:t>
            </a:r>
            <a:endParaRPr lang="en-US" dirty="0"/>
          </a:p>
          <a:p>
            <a:pPr lvl="1"/>
            <a:r>
              <a:rPr lang="en-US" dirty="0"/>
              <a:t>A local managed service leader with world-class, industry-specific and</a:t>
            </a:r>
            <a:br>
              <a:rPr lang="en-US" dirty="0"/>
            </a:br>
            <a:r>
              <a:rPr lang="en-US" dirty="0"/>
              <a:t>end-to-end services to manage</a:t>
            </a:r>
            <a:br>
              <a:rPr lang="en-US" dirty="0"/>
            </a:br>
            <a:r>
              <a:rPr lang="en-US" dirty="0"/>
              <a:t>clients’ IT infrastructure to cloud</a:t>
            </a:r>
            <a:br>
              <a:rPr lang="en-US" dirty="0"/>
            </a:br>
            <a:r>
              <a:rPr lang="en-US" dirty="0"/>
              <a:t>platform in entire IT lifecycle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Placeholder 6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4078" b="-4078"/>
          <a:stretch>
            <a:fillRect/>
          </a:stretch>
        </p:blipFill>
        <p:spPr>
          <a:xfrm>
            <a:off x="6635548" y="1483043"/>
            <a:ext cx="1680319" cy="18173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Rectangle 3"/>
          <p:cNvSpPr/>
          <p:nvPr userDrawn="1"/>
        </p:nvSpPr>
        <p:spPr>
          <a:xfrm>
            <a:off x="0" y="1108633"/>
            <a:ext cx="1524035" cy="109314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90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170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005AAA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3528" y="1108633"/>
            <a:ext cx="1524035" cy="10931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45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95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052D5F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3048219" y="1108633"/>
            <a:ext cx="1524035" cy="109314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135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0087FF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4571747" y="1108633"/>
            <a:ext cx="1524035" cy="109314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185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00B9FF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6095857" y="1108633"/>
            <a:ext cx="1524035" cy="10931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70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90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110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465A6E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7619966" y="1108633"/>
            <a:ext cx="1524035" cy="10931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219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219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219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DBDBDB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6095857" y="2201780"/>
            <a:ext cx="1524035" cy="739943"/>
          </a:xfrm>
          <a:prstGeom prst="rect">
            <a:avLst/>
          </a:prstGeom>
          <a:solidFill>
            <a:srgbClr val="869C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134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156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178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869CB2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24" name="Rectangle 23"/>
          <p:cNvSpPr/>
          <p:nvPr userDrawn="1"/>
        </p:nvSpPr>
        <p:spPr>
          <a:xfrm>
            <a:off x="7619966" y="2201780"/>
            <a:ext cx="1524035" cy="739943"/>
          </a:xfrm>
          <a:prstGeom prst="rect">
            <a:avLst/>
          </a:prstGeom>
          <a:solidFill>
            <a:srgbClr val="C5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197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197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197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C5C5C5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0" y="2201780"/>
            <a:ext cx="1524035" cy="110936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119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191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77BFFF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1523528" y="2201780"/>
            <a:ext cx="1524035" cy="1109367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158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199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9EC7FA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21" name="Rectangle 20"/>
          <p:cNvSpPr/>
          <p:nvPr userDrawn="1"/>
        </p:nvSpPr>
        <p:spPr>
          <a:xfrm>
            <a:off x="3048219" y="2201780"/>
            <a:ext cx="1524035" cy="1109367"/>
          </a:xfrm>
          <a:prstGeom prst="rect">
            <a:avLst/>
          </a:prstGeom>
          <a:solidFill>
            <a:srgbClr val="99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153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207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99CFFF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4571747" y="2201780"/>
            <a:ext cx="1524035" cy="11093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153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227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99E3FF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0" y="3307865"/>
            <a:ext cx="1524035" cy="1109367"/>
          </a:xfrm>
          <a:prstGeom prst="rect">
            <a:avLst/>
          </a:prstGeom>
          <a:solidFill>
            <a:srgbClr val="BBD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187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223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BBDFFF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6" name="Rectangle 25"/>
          <p:cNvSpPr/>
          <p:nvPr userDrawn="1"/>
        </p:nvSpPr>
        <p:spPr>
          <a:xfrm>
            <a:off x="1523528" y="3307865"/>
            <a:ext cx="1524035" cy="1109367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216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232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253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D8E8FD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7" name="Rectangle 26"/>
          <p:cNvSpPr/>
          <p:nvPr userDrawn="1"/>
        </p:nvSpPr>
        <p:spPr>
          <a:xfrm>
            <a:off x="3048219" y="3307865"/>
            <a:ext cx="1524035" cy="1109367"/>
          </a:xfrm>
          <a:prstGeom prst="rect">
            <a:avLst/>
          </a:prstGeom>
          <a:solidFill>
            <a:srgbClr val="CCE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204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231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CCE7FF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4571747" y="3307865"/>
            <a:ext cx="1524035" cy="1109367"/>
          </a:xfrm>
          <a:prstGeom prst="rect">
            <a:avLst/>
          </a:prstGeom>
          <a:solidFill>
            <a:srgbClr val="CCF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204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241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CCF1FF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9" name="Rectangle 28"/>
          <p:cNvSpPr/>
          <p:nvPr userDrawn="1"/>
        </p:nvSpPr>
        <p:spPr>
          <a:xfrm>
            <a:off x="6095857" y="2939535"/>
            <a:ext cx="1524035" cy="739943"/>
          </a:xfrm>
          <a:prstGeom prst="rect">
            <a:avLst/>
          </a:prstGeom>
          <a:solidFill>
            <a:srgbClr val="AEB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174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189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204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AEBDCC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30" name="Rectangle 29"/>
          <p:cNvSpPr/>
          <p:nvPr userDrawn="1"/>
        </p:nvSpPr>
        <p:spPr>
          <a:xfrm>
            <a:off x="7619966" y="2939535"/>
            <a:ext cx="1524035" cy="739943"/>
          </a:xfrm>
          <a:prstGeom prst="rect">
            <a:avLst/>
          </a:prstGeom>
          <a:solidFill>
            <a:srgbClr val="A4A4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R: 164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G: 164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B: 164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Hex: A4A4A4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</p:txBody>
      </p:sp>
      <p:sp>
        <p:nvSpPr>
          <p:cNvPr id="35" name="Rectangle 34"/>
          <p:cNvSpPr/>
          <p:nvPr userDrawn="1"/>
        </p:nvSpPr>
        <p:spPr>
          <a:xfrm>
            <a:off x="6095857" y="3677289"/>
            <a:ext cx="1524035" cy="739943"/>
          </a:xfrm>
          <a:prstGeom prst="rect">
            <a:avLst/>
          </a:prstGeom>
          <a:solidFill>
            <a:srgbClr val="D7D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215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222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229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D7DEE5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6" name="Rectangle 35"/>
          <p:cNvSpPr/>
          <p:nvPr userDrawn="1"/>
        </p:nvSpPr>
        <p:spPr>
          <a:xfrm>
            <a:off x="7619966" y="3677289"/>
            <a:ext cx="1524035" cy="739943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R: 55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G: 55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B: 55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Hex: 373737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</p:txBody>
      </p:sp>
      <p:sp>
        <p:nvSpPr>
          <p:cNvPr id="3" name="Title Placeholder 18"/>
          <p:cNvSpPr txBox="1"/>
          <p:nvPr userDrawn="1"/>
        </p:nvSpPr>
        <p:spPr>
          <a:xfrm>
            <a:off x="396001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1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100" dirty="0"/>
              <a:t>Color palette</a:t>
            </a:r>
            <a:endParaRPr lang="en-US" sz="2100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7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7" Type="http://schemas.openxmlformats.org/officeDocument/2006/relationships/theme" Target="../theme/theme3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4" Type="http://schemas.openxmlformats.org/officeDocument/2006/relationships/theme" Target="../theme/theme4.xml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3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7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heme" Target="../theme/theme7.xml"/><Relationship Id="rId7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heme" Target="../theme/theme8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theme" Target="../theme/theme9.xml"/><Relationship Id="rId7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theme" Target="../theme/theme10.xml"/><Relationship Id="rId7" Type="http://schemas.openxmlformats.org/officeDocument/2006/relationships/slideLayout" Target="../slideLayouts/slideLayout65.xml"/><Relationship Id="rId6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1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1.xml"/><Relationship Id="rId7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9.xml"/><Relationship Id="rId3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theme" Target="../theme/theme12.xml"/><Relationship Id="rId7" Type="http://schemas.openxmlformats.org/officeDocument/2006/relationships/slideLayout" Target="../slideLayouts/slideLayout79.xml"/><Relationship Id="rId6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theme" Target="../theme/theme13.xml"/><Relationship Id="rId7" Type="http://schemas.openxmlformats.org/officeDocument/2006/relationships/slideLayout" Target="../slideLayouts/slideLayout86.xml"/><Relationship Id="rId6" Type="http://schemas.openxmlformats.org/officeDocument/2006/relationships/slideLayout" Target="../slideLayouts/slideLayout85.xml"/><Relationship Id="rId5" Type="http://schemas.openxmlformats.org/officeDocument/2006/relationships/slideLayout" Target="../slideLayouts/slideLayout84.xml"/><Relationship Id="rId4" Type="http://schemas.openxmlformats.org/officeDocument/2006/relationships/slideLayout" Target="../slideLayouts/slideLayout83.xml"/><Relationship Id="rId3" Type="http://schemas.openxmlformats.org/officeDocument/2006/relationships/slideLayout" Target="../slideLayouts/slideLayout82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6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1"/>
            <a:ext cx="8320963" cy="34940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</p:sldLayoutIdLst>
  <p:hf sldNum="0" hdr="0" ftr="0" dt="0"/>
  <p:txStyles>
    <p:titleStyle>
      <a:lvl1pPr algn="l" defTabSz="685800" rtl="0" eaLnBrk="1" latinLnBrk="0" hangingPunct="1">
        <a:lnSpc>
          <a:spcPct val="110000"/>
        </a:lnSpc>
        <a:spcBef>
          <a:spcPct val="0"/>
        </a:spcBef>
        <a:buNone/>
        <a:defRPr sz="21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6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1"/>
            <a:ext cx="8304213" cy="3167511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</p:sldLayoutIdLst>
  <p:hf sldNum="0" hdr="0" ftr="0" dt="0"/>
  <p:txStyles>
    <p:titleStyle>
      <a:lvl1pPr algn="l" defTabSz="685800" rtl="0" eaLnBrk="1" latinLnBrk="0" hangingPunct="1">
        <a:lnSpc>
          <a:spcPct val="110000"/>
        </a:lnSpc>
        <a:spcBef>
          <a:spcPct val="0"/>
        </a:spcBef>
        <a:buNone/>
        <a:defRPr sz="21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6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1"/>
            <a:ext cx="8304213" cy="3167511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</p:sldLayoutIdLst>
  <p:hf sldNum="0" hdr="0" ftr="0" dt="0"/>
  <p:txStyles>
    <p:titleStyle>
      <a:lvl1pPr algn="l" defTabSz="685800" rtl="0" eaLnBrk="1" latinLnBrk="0" hangingPunct="1">
        <a:lnSpc>
          <a:spcPct val="110000"/>
        </a:lnSpc>
        <a:spcBef>
          <a:spcPct val="0"/>
        </a:spcBef>
        <a:buNone/>
        <a:defRPr sz="21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8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1"/>
            <a:ext cx="8304213" cy="3167511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hf sldNum="0" hdr="0" ftr="0" dt="0"/>
  <p:txStyles>
    <p:titleStyle>
      <a:lvl1pPr algn="l" defTabSz="685800" rtl="0" eaLnBrk="1" latinLnBrk="0" hangingPunct="1">
        <a:lnSpc>
          <a:spcPct val="110000"/>
        </a:lnSpc>
        <a:spcBef>
          <a:spcPct val="0"/>
        </a:spcBef>
        <a:buNone/>
        <a:defRPr sz="21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6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3.xml"/><Relationship Id="rId1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50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57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64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1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8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24000" y="951750"/>
            <a:ext cx="8496000" cy="3240000"/>
          </a:xfrm>
        </p:spPr>
        <p:txBody>
          <a:bodyPr>
            <a:normAutofit/>
          </a:bodyPr>
          <a:lstStyle/>
          <a:p>
            <a:r>
              <a:rPr lang="en-US" altLang="zh-CN" sz="2200" dirty="0">
                <a:solidFill>
                  <a:srgbClr val="0070C0"/>
                </a:solidFill>
                <a:sym typeface="+mn-ea"/>
              </a:rPr>
              <a:t>The Presentation of Enterprise Content Management Solution</a:t>
            </a:r>
            <a:endParaRPr lang="en-US" sz="2200" dirty="0">
              <a:solidFill>
                <a:srgbClr val="0070C0"/>
              </a:solidFill>
            </a:endParaRPr>
          </a:p>
          <a:p>
            <a:r>
              <a:rPr lang="en-US" sz="2200" dirty="0"/>
              <a:t> </a:t>
            </a:r>
            <a:endParaRPr lang="en-US" sz="2200" dirty="0"/>
          </a:p>
          <a:p>
            <a:r>
              <a:rPr lang="en-US" altLang="en-US" dirty="0">
                <a:solidFill>
                  <a:srgbClr val="0070C0"/>
                </a:solidFill>
                <a:sym typeface="+mn-ea"/>
              </a:rPr>
              <a:t>Automated </a:t>
            </a:r>
            <a:r>
              <a:rPr lang="en-US" dirty="0">
                <a:solidFill>
                  <a:srgbClr val="0070C0"/>
                </a:solidFill>
                <a:sym typeface="+mn-ea"/>
              </a:rPr>
              <a:t>Smart ECM</a:t>
            </a:r>
            <a:endParaRPr lang="en-US" dirty="0"/>
          </a:p>
          <a:p>
            <a:endParaRPr lang="en-US" dirty="0"/>
          </a:p>
          <a:p>
            <a:r>
              <a:rPr lang="en-US" sz="1600" b="0" dirty="0">
                <a:solidFill>
                  <a:schemeClr val="tx2"/>
                </a:solidFill>
              </a:rPr>
              <a:t>Presented by: ASL</a:t>
            </a:r>
            <a:endParaRPr lang="en-US" sz="1600" b="0" dirty="0">
              <a:solidFill>
                <a:schemeClr val="tx2"/>
              </a:solidFill>
            </a:endParaRPr>
          </a:p>
          <a:p>
            <a:endParaRPr lang="en-US" dirty="0"/>
          </a:p>
          <a:p>
            <a:r>
              <a:rPr lang="en-US" sz="1600" b="0" dirty="0">
                <a:solidFill>
                  <a:schemeClr val="tx2"/>
                </a:solidFill>
              </a:rPr>
              <a:t>M</a:t>
            </a:r>
            <a:r>
              <a:rPr lang="en-US" altLang="zh-CN" sz="1600" b="0" dirty="0">
                <a:solidFill>
                  <a:schemeClr val="tx2"/>
                </a:solidFill>
              </a:rPr>
              <a:t>arch 202</a:t>
            </a:r>
            <a:r>
              <a:rPr lang="en-US" altLang="en-US" sz="1600" b="0" dirty="0">
                <a:solidFill>
                  <a:schemeClr val="tx2"/>
                </a:solidFill>
              </a:rPr>
              <a:t>6</a:t>
            </a:r>
            <a:endParaRPr lang="en-US" sz="1600" b="0" dirty="0">
              <a:solidFill>
                <a:schemeClr val="tx2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16679" y="771705"/>
            <a:ext cx="8304213" cy="3600588"/>
          </a:xfrm>
        </p:spPr>
        <p:txBody>
          <a:bodyPr>
            <a:normAutofit/>
          </a:bodyPr>
          <a:lstStyle/>
          <a:p>
            <a:r>
              <a:rPr lang="en-US" altLang="en-US" dirty="0"/>
              <a:t>Major Features</a:t>
            </a:r>
            <a:endParaRPr lang="en-US" dirty="0"/>
          </a:p>
          <a:p>
            <a:r>
              <a:rPr lang="en-US" dirty="0"/>
              <a:t>DMS Functionality</a:t>
            </a:r>
            <a:endParaRPr lang="en-US" altLang="en-US" dirty="0">
              <a:sym typeface="+mn-ea"/>
            </a:endParaRPr>
          </a:p>
          <a:p>
            <a:r>
              <a:rPr lang="en-US" altLang="en-US" dirty="0"/>
              <a:t>Deployment</a:t>
            </a:r>
            <a:endParaRPr lang="en-US" altLang="en-US" dirty="0"/>
          </a:p>
          <a:p>
            <a:r>
              <a:rPr lang="en-US" altLang="en-US" dirty="0"/>
              <a:t>Licensing Scheme</a:t>
            </a:r>
            <a:endParaRPr lang="en-US" altLang="en-US" dirty="0"/>
          </a:p>
          <a:p>
            <a:r>
              <a:rPr lang="" altLang="en-US" dirty="0"/>
              <a:t>Road Map</a:t>
            </a:r>
            <a:endParaRPr lang="" altLang="en-US" dirty="0"/>
          </a:p>
          <a:p>
            <a:r>
              <a:rPr lang="" altLang="en-US" dirty="0"/>
              <a:t>Why ASL</a:t>
            </a:r>
            <a:r>
              <a:rPr lang="en-US" dirty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855" y="51191"/>
            <a:ext cx="8324892" cy="413999"/>
          </a:xfrm>
        </p:spPr>
        <p:txBody>
          <a:bodyPr/>
          <a:lstStyle/>
          <a:p>
            <a:r>
              <a:rPr lang="en-US" altLang="en-US" dirty="0">
                <a:sym typeface="+mn-ea"/>
              </a:rPr>
              <a:t>Major Features</a:t>
            </a:r>
            <a:endParaRPr 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4411345" y="51435"/>
            <a:ext cx="5518150" cy="49726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91795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OCR &amp; </a:t>
            </a:r>
            <a:r>
              <a:rPr lang="en-US" alt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Extraction</a:t>
            </a:r>
            <a:endParaRPr lang="en-US" sz="16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English, Traditional/Simplified Chinese full text OCR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Automatically data extraction and metadata filling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Confidence Score calculation 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1795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 Collaboration</a:t>
            </a:r>
            <a:endParaRPr lang="en-US" sz="16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Workflow Approval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Batch processing execution regularly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Retention and Reminder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1795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Auditing</a:t>
            </a:r>
            <a:endParaRPr lang="en-US" sz="16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Role-base functionalities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Transaction based audit log (What user do during a period)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 Audit Log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Audit log Report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1795" lvl="0" indent="-179705" algn="l" eaLnBrk="0" hangingPunct="0">
              <a:spcBef>
                <a:spcPts val="120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Role-based User Management</a:t>
            </a:r>
            <a:endParaRPr lang="en-US" altLang="en-US" sz="16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 mange functions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control permissions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belongs to specific role and group(s)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algn="l" eaLnBrk="0" hangingPunct="0">
              <a:spcBef>
                <a:spcPts val="120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algn="l" eaLnBrk="0" hangingPunct="0">
              <a:spcBef>
                <a:spcPts val="120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1795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52075" y="592138"/>
            <a:ext cx="4993541" cy="5233132"/>
          </a:xfrm>
        </p:spPr>
        <p:txBody>
          <a:bodyPr>
            <a:normAutofit/>
          </a:bodyPr>
          <a:lstStyle/>
          <a:p>
            <a:r>
              <a:rPr lang="en-US" altLang="en-US" sz="1600">
                <a:solidFill>
                  <a:schemeClr val="accent1">
                    <a:lumMod val="75000"/>
                    <a:lumOff val="25000"/>
                  </a:schemeClr>
                </a:solidFill>
              </a:rPr>
              <a:t>Folder Level Access Rights</a:t>
            </a:r>
            <a:endParaRPr lang="en-US" sz="16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Authorize different folder permission to respective AD group</a:t>
            </a:r>
            <a:endParaRPr 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Custom metadata for different folder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r>
              <a:rPr lang="en-US" sz="1600">
                <a:solidFill>
                  <a:schemeClr val="accent1">
                    <a:lumMod val="75000"/>
                    <a:lumOff val="25000"/>
                  </a:schemeClr>
                </a:solidFill>
              </a:rPr>
              <a:t>Document Upload &amp; </a:t>
            </a:r>
            <a:r>
              <a:rPr lang="en-US" altLang="en-US" sz="1600">
                <a:solidFill>
                  <a:schemeClr val="accent1">
                    <a:lumMod val="75000"/>
                    <a:lumOff val="25000"/>
                  </a:schemeClr>
                </a:solidFill>
              </a:rPr>
              <a:t>Scan</a:t>
            </a:r>
            <a:endParaRPr lang="en-US" sz="16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Support </a:t>
            </a: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import electronic document into the system</a:t>
            </a:r>
            <a:endParaRPr 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Support scan paper files into the system</a:t>
            </a:r>
            <a:endParaRPr 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r>
              <a:rPr lang="en-US">
                <a:solidFill>
                  <a:schemeClr val="accent1">
                    <a:lumMod val="75000"/>
                    <a:lumOff val="25000"/>
                  </a:schemeClr>
                </a:solidFill>
              </a:rPr>
              <a:t>Document Online Preview</a:t>
            </a:r>
            <a:endParaRPr lang="en-US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CN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Support PDF file online preview</a:t>
            </a: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 page by page</a:t>
            </a:r>
            <a:endParaRPr lang="en-US" altLang="zh-CN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Support watermar</a:t>
            </a:r>
            <a:r>
              <a:rPr lang="en-US" sz="1200">
                <a:solidFill>
                  <a:schemeClr val="accent1">
                    <a:lumMod val="75000"/>
                    <a:lumOff val="25000"/>
                  </a:schemeClr>
                </a:solidFill>
              </a:rPr>
              <a:t>k</a:t>
            </a:r>
            <a:endParaRPr lang="en-US" sz="12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AI assistant</a:t>
            </a:r>
            <a:endParaRPr lang="en-US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Search document by AI assistant</a:t>
            </a:r>
            <a:endParaRPr lang="en-US" altLang="zh-CN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Summary document by AI assistant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lvl="1">
              <a:buFont typeface="Arial" panose="020B0604020202020204" pitchFamily="34" charset="0"/>
            </a:pPr>
            <a:r>
              <a:rPr 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AI-powered Search Capabilit</a:t>
            </a:r>
            <a:r>
              <a:rPr lang="en-US" alt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y</a:t>
            </a:r>
            <a:endParaRPr lang="en-US" altLang="en-US" sz="16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Search index values of documen</a:t>
            </a: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Search keywords in document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Use Natural Language to search document 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endParaRPr 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endParaRPr lang="en-US">
              <a:solidFill>
                <a:schemeClr val="accent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Folder Level Access Rights</a:t>
            </a:r>
            <a:endParaRPr lang="en-US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252095" y="723265"/>
            <a:ext cx="4572000" cy="71691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Authroize read/write/delete permissions to different groups on each folder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Inherit folder security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Custom metadata for different folder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endParaRPr lang="en-US" altLang="en-US" sz="1000" dirty="0" err="1">
              <a:solidFill>
                <a:schemeClr val="accent1">
                  <a:lumMod val="75000"/>
                  <a:lumOff val="25000"/>
                </a:schemeClr>
              </a:solidFill>
              <a:ea typeface="Open Sans SemiBold"/>
              <a:cs typeface="Open Sans SemiBold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225" y="988240"/>
            <a:ext cx="3960000" cy="357520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80" y="1372870"/>
            <a:ext cx="3347085" cy="33166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Document Upload &amp; </a:t>
            </a:r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Scan</a:t>
            </a:r>
            <a:endParaRPr 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52095" y="723265"/>
            <a:ext cx="4572000" cy="40894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Support </a:t>
            </a: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import electronic document into the system</a:t>
            </a:r>
            <a:endParaRPr 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Support scan paper files into the system</a:t>
            </a:r>
            <a:endParaRPr lang="en-US" altLang="en-US" sz="1000" dirty="0" err="1">
              <a:solidFill>
                <a:schemeClr val="accent1">
                  <a:lumMod val="75000"/>
                  <a:lumOff val="25000"/>
                </a:schemeClr>
              </a:solidFill>
              <a:ea typeface="Open Sans SemiBold"/>
              <a:cs typeface="Open Sans SemiBold"/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240" y="1492250"/>
            <a:ext cx="3508375" cy="253809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675" y="772160"/>
            <a:ext cx="4095750" cy="2781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Document </a:t>
            </a:r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Online Preview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2095" y="723265"/>
            <a:ext cx="4572000" cy="56324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CN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Support PDF file online preview</a:t>
            </a: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 page by page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Support Printing/Download documents with access right control</a:t>
            </a:r>
            <a:endParaRPr lang="en-US" altLang="zh-CN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6350" lvl="1" indent="0">
              <a:buFont typeface="Arial" panose="020B0604020202020204" pitchFamily="34" charset="0"/>
              <a:buNone/>
            </a:pPr>
            <a:endParaRPr lang="en-US" altLang="en-US" sz="1000" dirty="0" err="1">
              <a:solidFill>
                <a:schemeClr val="accent1">
                  <a:lumMod val="75000"/>
                  <a:lumOff val="25000"/>
                </a:schemeClr>
              </a:solidFill>
              <a:ea typeface="Open Sans SemiBold"/>
              <a:cs typeface="Open Sans SemiBold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1859" y="52219"/>
            <a:ext cx="2124000" cy="474845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286510"/>
            <a:ext cx="5681345" cy="30130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AI Assistant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2095" y="771525"/>
            <a:ext cx="4572000" cy="102489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Search document by AI assistant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Search documents by one of: 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  <a:p>
            <a:pPr marL="635000" lvl="2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Exact or partial key word match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  <a:p>
            <a:pPr marL="635000" lvl="2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Natural  language  match</a:t>
            </a:r>
            <a:endParaRPr lang="en-US" altLang="zh-CN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Summary document by AI assistant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 dirty="0" err="1">
                <a:solidFill>
                  <a:schemeClr val="accent1">
                    <a:lumMod val="75000"/>
                    <a:lumOff val="25000"/>
                  </a:schemeClr>
                </a:solidFill>
                <a:ea typeface="Open Sans SemiBold"/>
                <a:cs typeface="Open Sans SemiBold"/>
                <a:sym typeface="+mn-ea"/>
              </a:rPr>
              <a:t>Ask anything for a document</a:t>
            </a:r>
            <a:endParaRPr lang="en-US" altLang="en-US" sz="1000" dirty="0" err="1">
              <a:solidFill>
                <a:schemeClr val="accent1">
                  <a:lumMod val="75000"/>
                  <a:lumOff val="25000"/>
                </a:schemeClr>
              </a:solidFill>
              <a:ea typeface="Open Sans SemiBold"/>
              <a:cs typeface="Open Sans SemiBold"/>
              <a:sym typeface="+mn-ea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3630" y="771672"/>
            <a:ext cx="6030480" cy="41218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AI</a:t>
            </a:r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-powered Search Capability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2095" y="723265"/>
            <a:ext cx="4572000" cy="148653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Search index values of documen</a:t>
            </a: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635000" lvl="2" indent="-171450"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User can freely add conditons to search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635000" lvl="2" indent="-171450"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Each condition are joint with And/Or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Search keywords in document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635000" lvl="2" indent="-171450">
              <a:buFont typeface="Arial" panose="020B0604020202020204" pitchFamily="34" charset="0"/>
              <a:buChar char="•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Exact keyword match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635000" lvl="2" indent="-171450">
              <a:buFont typeface="Arial" panose="020B0604020202020204" pitchFamily="34" charset="0"/>
              <a:buChar char="•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Patial keyword match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Use Natural Language to search document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635000" lvl="2" indent="-171450"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use NLP to translate what you want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635000" lvl="2" indent="-171450"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use LLM to understand the content 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8039" y="992357"/>
            <a:ext cx="1296000" cy="259616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0" y="3856991"/>
            <a:ext cx="4680000" cy="86874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925" y="951375"/>
            <a:ext cx="2981171" cy="33906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OCR and Data Extraction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23265"/>
            <a:ext cx="4572000" cy="87058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+mn-ea"/>
              </a:rPr>
              <a:t>English</a:t>
            </a: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+mn-ea"/>
              </a:rPr>
              <a:t>, Traditional/Simplified Chinese full text OCR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Automatically data extraction and metadata filling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Confidence Score calculation 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463" y="1593850"/>
            <a:ext cx="3613219" cy="321175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682" y="2026844"/>
            <a:ext cx="4284598" cy="280765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537" y="960445"/>
            <a:ext cx="1800000" cy="16819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Document Collaboration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107950" y="723265"/>
            <a:ext cx="4572000" cy="87058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Workflow Approval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Batch processing execution regularly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Retention and Reminder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000" y="1704529"/>
            <a:ext cx="2130210" cy="271570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000" y="1491750"/>
            <a:ext cx="5652000" cy="126604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2000" y="2916739"/>
            <a:ext cx="5652000" cy="15923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System Auditing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107950" y="723265"/>
            <a:ext cx="4572000" cy="117856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Role-base functionalities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Transaction based audit log (What user do during a period)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Search Audit Log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Audit log Report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103" y="1851750"/>
            <a:ext cx="4972672" cy="22775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584" y="1851750"/>
            <a:ext cx="2928308" cy="293223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000" y="1131750"/>
            <a:ext cx="720000" cy="6178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sym typeface="+mn-ea"/>
              </a:rPr>
              <a:t>Role-based User Management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107950" y="723265"/>
            <a:ext cx="4572000" cy="117856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Role-base functionalities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Transaction based audit log (What user do during a period)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Search Audit Log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Audit log Report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1220" y="1132205"/>
            <a:ext cx="2952750" cy="28917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2406015"/>
            <a:ext cx="5339080" cy="1681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Deployment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107950" y="723265"/>
            <a:ext cx="8647430" cy="151003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On-premisis deploy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The solution can deploy to customer provide hardware platform. 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GPU with at least 22GB vRAM is need to run AI-related function 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and features.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91865" y="3462655"/>
            <a:ext cx="8541385" cy="94488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Hybrid Cloud</a:t>
            </a: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deploy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The solution can deploy to government cloud or other public cloud in container/K8S. 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AI-powered computing subscription is need to run AI-related function and features. 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9595" y="646430"/>
            <a:ext cx="4076700" cy="27133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2211705"/>
            <a:ext cx="3355340" cy="23336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Licensing Scheme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107950" y="1131570"/>
            <a:ext cx="8681085" cy="202628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Perpetual License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Under perpetual license, user are not limited to named users or concurrent users. One-off implementation cost and yearly maintenance cost are need to pay. 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81280" y="1851660"/>
            <a:ext cx="8654415" cy="142240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Subscription License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Under subscription license, named users are caculated for a yearly subscription fee. There is no limited to concurrent users during the subscription period. 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107950" y="771525"/>
            <a:ext cx="8681085" cy="202628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ASL provide 2 pricing schemes for purchasing the solution: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Road Map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1492250"/>
            <a:ext cx="8654415" cy="142240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First Launch - 2014</a:t>
            </a:r>
            <a:endParaRPr lang="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085850" lvl="2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The basic solution of document capturing and processing</a:t>
            </a:r>
            <a:endParaRPr lang="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Second Release - 2022</a:t>
            </a:r>
            <a:endParaRPr lang="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085850" lvl="2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Integrate BPM and Chatbot</a:t>
            </a:r>
            <a:endParaRPr lang="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Thrid Release - 2025</a:t>
            </a:r>
            <a:endParaRPr lang="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085850" lvl="2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AI focus, NLP and LLM enhanced</a:t>
            </a:r>
            <a:endParaRPr lang="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Coming release - 2027</a:t>
            </a:r>
            <a:endParaRPr lang="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085850" lvl="2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AI genertive, AI agent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81280" y="772160"/>
            <a:ext cx="8681085" cy="40005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A</a:t>
            </a:r>
            <a:r>
              <a:rPr lang="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utomated Smart ECM is a continious developing solution in enterprise-level content processing domain. We will collect user feedback and wishlist to enhance the solution.</a:t>
            </a:r>
            <a:endParaRPr lang="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Why ASL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91440" y="772160"/>
            <a:ext cx="8681085" cy="40830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Plenty of project experience for customers in Government and Commercial: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 txBox="1"/>
          <p:nvPr/>
        </p:nvSpPr>
        <p:spPr>
          <a:xfrm>
            <a:off x="756000" y="1491750"/>
            <a:ext cx="5256000" cy="2874750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accent1"/>
              </a:buClr>
              <a:buFontTx/>
              <a:buNone/>
              <a:tabLst>
                <a:tab pos="6214745" algn="r"/>
              </a:tabLst>
              <a:defRPr sz="1500" b="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635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Tx/>
              <a:buNone/>
              <a:tabLst>
                <a:tab pos="6281420" algn="r"/>
              </a:tabLst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2565" indent="-20256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accent1"/>
              </a:buClr>
              <a:buSzPct val="100000"/>
              <a:buFontTx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4495" indent="-20256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7060" indent="-20256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/>
              <a:t>Q &amp; A</a:t>
            </a:r>
            <a:endParaRPr lang="en-US" sz="3200" b="1" dirty="0"/>
          </a:p>
          <a:p>
            <a:endParaRPr lang="en-US" dirty="0"/>
          </a:p>
          <a:p>
            <a:endParaRPr lang="en-US" dirty="0"/>
          </a:p>
          <a:p>
            <a:pPr lvl="2"/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Thank you.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jcwMWM0YjEyNDI2OTZjZTEwZmRlYzNiN2Y2ZmQ2OWMifQ=="/>
</p:tagLst>
</file>

<file path=ppt/theme/theme1.xml><?xml version="1.0" encoding="utf-8"?>
<a:theme xmlns:a="http://schemas.openxmlformats.org/drawingml/2006/main" name="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. Optional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algn="l">
          <a:spcBef>
            <a:spcPts val="0"/>
          </a:spcBef>
          <a:defRPr sz="1500" dirty="0" err="1" smtClean="0">
            <a:solidFill>
              <a:srgbClr val="465A6E"/>
            </a:solidFill>
            <a:latin typeface="+mn-lt"/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. Optional - Sector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algn="l">
          <a:spcBef>
            <a:spcPts val="0"/>
          </a:spcBef>
          <a:defRPr sz="1500" dirty="0" err="1" smtClean="0">
            <a:solidFill>
              <a:srgbClr val="465A6E"/>
            </a:solidFill>
            <a:latin typeface="+mn-lt"/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. Optional - DevSecOps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algn="l">
          <a:spcBef>
            <a:spcPts val="0"/>
          </a:spcBef>
          <a:defRPr sz="1500" dirty="0" err="1" smtClean="0">
            <a:solidFill>
              <a:srgbClr val="465A6E"/>
            </a:solidFill>
            <a:latin typeface="+mn-lt"/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. Color palette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algn="l">
          <a:spcBef>
            <a:spcPts val="2200"/>
          </a:spcBef>
          <a:defRPr sz="1500" dirty="0" err="1" smtClean="0">
            <a:solidFill>
              <a:srgbClr val="465A6E"/>
            </a:solidFill>
            <a:latin typeface="+mn-lt"/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3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4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5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6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7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8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3879</Words>
  <Application>WPS 演示</Application>
  <PresentationFormat>On-screen Show (16:9)</PresentationFormat>
  <Paragraphs>171</Paragraphs>
  <Slides>18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13</vt:i4>
      </vt:variant>
      <vt:variant>
        <vt:lpstr>幻灯片标题</vt:lpstr>
      </vt:variant>
      <vt:variant>
        <vt:i4>18</vt:i4>
      </vt:variant>
    </vt:vector>
  </HeadingPairs>
  <TitlesOfParts>
    <vt:vector size="45" baseType="lpstr">
      <vt:lpstr>Arial</vt:lpstr>
      <vt:lpstr>SimSun</vt:lpstr>
      <vt:lpstr>Wingdings</vt:lpstr>
      <vt:lpstr>Open Sans SemiBold</vt:lpstr>
      <vt:lpstr>Segoe Print</vt:lpstr>
      <vt:lpstr>MingLiU-ExtB</vt:lpstr>
      <vt:lpstr>Mulish ExtraBold</vt:lpstr>
      <vt:lpstr>Arial</vt:lpstr>
      <vt:lpstr>Microsoft YaHei</vt:lpstr>
      <vt:lpstr>Arial Unicode MS</vt:lpstr>
      <vt:lpstr>Calibri</vt:lpstr>
      <vt:lpstr>DengXian</vt:lpstr>
      <vt:lpstr>SimHei</vt:lpstr>
      <vt:lpstr>PMingLiU</vt:lpstr>
      <vt:lpstr>1. Basic slides</vt:lpstr>
      <vt:lpstr>2. Optional slides</vt:lpstr>
      <vt:lpstr>3. Optional - Sector slides</vt:lpstr>
      <vt:lpstr>4. Optional - DevSecOps slides</vt:lpstr>
      <vt:lpstr>5. Color palette</vt:lpstr>
      <vt:lpstr>1_1. Basic slides</vt:lpstr>
      <vt:lpstr>2_1. Basic slides</vt:lpstr>
      <vt:lpstr>3_1. Basic slides</vt:lpstr>
      <vt:lpstr>4_1. Basic slides</vt:lpstr>
      <vt:lpstr>5_1. Basic slides</vt:lpstr>
      <vt:lpstr>6_1. Basic slides</vt:lpstr>
      <vt:lpstr>7_1. Basic slides</vt:lpstr>
      <vt:lpstr>8_1. Basic slides</vt:lpstr>
      <vt:lpstr>PowerPoint 演示文稿</vt:lpstr>
      <vt:lpstr>PowerPoint 演示文稿</vt:lpstr>
      <vt:lpstr>Major Features</vt:lpstr>
      <vt:lpstr>Folder Level Access Rights</vt:lpstr>
      <vt:lpstr>Document Upload &amp; Scan</vt:lpstr>
      <vt:lpstr>Document Online Preview</vt:lpstr>
      <vt:lpstr>AI Assistant</vt:lpstr>
      <vt:lpstr>AI-powered Search Capability</vt:lpstr>
      <vt:lpstr>OCR and Data Extraction</vt:lpstr>
      <vt:lpstr>Document Collaboration</vt:lpstr>
      <vt:lpstr>System Auditing</vt:lpstr>
      <vt:lpstr>System Auditing</vt:lpstr>
      <vt:lpstr>Deployment</vt:lpstr>
      <vt:lpstr>Licensing Scheme</vt:lpstr>
      <vt:lpstr>Licensing Scheme</vt:lpstr>
      <vt:lpstr>Licensing Scheme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ASL</dc:creator>
  <cp:lastModifiedBy>企业用户_421588755</cp:lastModifiedBy>
  <cp:revision>442</cp:revision>
  <dcterms:created xsi:type="dcterms:W3CDTF">2021-12-01T06:52:00Z</dcterms:created>
  <dcterms:modified xsi:type="dcterms:W3CDTF">2026-04-14T08:19:42Z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EB43493B14834E5993A93026F47F2E75_13</vt:lpwstr>
  </property>
  <property fmtid="{D5CDD505-2E9C-101B-9397-08002B2CF9AE}" pid="3" name="KSOProductBuildVer">
    <vt:lpwstr>2052-12.1.0.25225</vt:lpwstr>
  </property>
</Properties>
</file>