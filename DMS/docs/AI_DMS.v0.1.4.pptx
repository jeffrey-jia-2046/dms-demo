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7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8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9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10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11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12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  <p:sldMasterId id="2147483670" r:id="rId3"/>
    <p:sldMasterId id="2147483677" r:id="rId4"/>
    <p:sldMasterId id="2147483681" r:id="rId5"/>
    <p:sldMasterId id="2147483683" r:id="rId6"/>
    <p:sldMasterId id="2147483691" r:id="rId7"/>
    <p:sldMasterId id="2147483699" r:id="rId8"/>
    <p:sldMasterId id="2147483707" r:id="rId9"/>
    <p:sldMasterId id="2147483715" r:id="rId10"/>
    <p:sldMasterId id="2147483723" r:id="rId11"/>
    <p:sldMasterId id="2147483731" r:id="rId12"/>
    <p:sldMasterId id="2147483739" r:id="rId13"/>
  </p:sldMasterIdLst>
  <p:notesMasterIdLst>
    <p:notesMasterId r:id="rId36"/>
  </p:notesMasterIdLst>
  <p:handoutMasterIdLst>
    <p:handoutMasterId r:id="rId37"/>
  </p:handoutMasterIdLst>
  <p:sldIdLst>
    <p:sldId id="343" r:id="rId14"/>
    <p:sldId id="365" r:id="rId15"/>
    <p:sldId id="383" r:id="rId16"/>
    <p:sldId id="364" r:id="rId17"/>
    <p:sldId id="366" r:id="rId18"/>
    <p:sldId id="406" r:id="rId19"/>
    <p:sldId id="423" r:id="rId20"/>
    <p:sldId id="407" r:id="rId21"/>
    <p:sldId id="408" r:id="rId22"/>
    <p:sldId id="409" r:id="rId23"/>
    <p:sldId id="410" r:id="rId24"/>
    <p:sldId id="424" r:id="rId25"/>
    <p:sldId id="425" r:id="rId26"/>
    <p:sldId id="426" r:id="rId27"/>
    <p:sldId id="421" r:id="rId28"/>
    <p:sldId id="422" r:id="rId29"/>
    <p:sldId id="411" r:id="rId30"/>
    <p:sldId id="416" r:id="rId31"/>
    <p:sldId id="412" r:id="rId32"/>
    <p:sldId id="413" r:id="rId33"/>
    <p:sldId id="325" r:id="rId34"/>
    <p:sldId id="279" r:id="rId35"/>
  </p:sldIdLst>
  <p:sldSz cx="9144000" cy="5143500" type="screen16x9"/>
  <p:notesSz cx="6858000" cy="9144000"/>
  <p:custDataLst>
    <p:tags r:id="rId38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5AAA"/>
    <a:srgbClr val="465A6E"/>
    <a:srgbClr val="F7F7F7"/>
    <a:srgbClr val="FFFFFF"/>
    <a:srgbClr val="373737"/>
    <a:srgbClr val="A4A4A4"/>
    <a:srgbClr val="C5C5C5"/>
    <a:srgbClr val="D7DEE5"/>
    <a:srgbClr val="AEBD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1" autoAdjust="0"/>
    <p:restoredTop sz="85158" autoAdjust="0"/>
  </p:normalViewPr>
  <p:slideViewPr>
    <p:cSldViewPr>
      <p:cViewPr varScale="1">
        <p:scale>
          <a:sx n="83" d="100"/>
          <a:sy n="83" d="100"/>
        </p:scale>
        <p:origin x="816" y="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884" y="76"/>
      </p:cViewPr>
      <p:guideLst/>
    </p:cSldViewPr>
  </p:notesViewPr>
  <p:gridSpacing cx="360000" cy="360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presProps" Target="presProps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2F159-0795-400A-ADEA-AD454C9E6C44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|   © 2023 Automated Systems Holdings Limited and/or its affiliates.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2B7DBF-7562-4C0C-8DED-D8962C01DD1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0BD2D-B7C1-40B5-861F-B51231545FDF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|   © 2023 Automated Systems Holdings Limited and/or its affiliates.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D26C5F-69E8-4CD7-9160-6E8C775358E2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82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  <a:t>20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3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4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svg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9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3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</a:p>
          <a:p>
            <a:pPr lvl="1"/>
            <a:r>
              <a:rPr lang="en-GB" dirty="0"/>
              <a:t>Presenter title 1</a:t>
            </a:r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</a:p>
          <a:p>
            <a:pPr lvl="1"/>
            <a:r>
              <a:rPr lang="en-GB" dirty="0"/>
              <a:t>Presenter title 1</a:t>
            </a:r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</a:p>
          <a:p>
            <a:pPr lvl="0"/>
            <a:r>
              <a:rPr lang="en-GB" dirty="0"/>
              <a:t>Content title</a:t>
            </a:r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(Text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0" y="1278001"/>
            <a:ext cx="3755260" cy="3494025"/>
          </a:xfrm>
          <a:prstGeom prst="rect">
            <a:avLst/>
          </a:prstGeom>
        </p:spPr>
        <p:txBody>
          <a:bodyPr/>
          <a:lstStyle>
            <a:lvl3pPr marL="202565" indent="-202565">
              <a:defRPr/>
            </a:lvl3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4989260" y="1278001"/>
            <a:ext cx="3731633" cy="349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pic>
        <p:nvPicPr>
          <p:cNvPr id="1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57000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00152" y="1249199"/>
            <a:ext cx="4171848" cy="3522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 marL="202565" indent="-202565">
              <a:buClr>
                <a:schemeClr val="bg2"/>
              </a:buClr>
              <a:buFontTx/>
              <a:defRPr>
                <a:solidFill>
                  <a:schemeClr val="bg2"/>
                </a:solidFill>
              </a:defRPr>
            </a:lvl3pPr>
            <a:lvl4pPr marL="404495" indent="-202565"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 marL="607060" indent="-202565">
              <a:buClr>
                <a:schemeClr val="bg1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pic>
        <p:nvPicPr>
          <p:cNvPr id="1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3852000" y="-668250"/>
            <a:ext cx="2520000" cy="71814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>
            <a:spAutoFit/>
          </a:bodyPr>
          <a:lstStyle/>
          <a:p>
            <a:pPr algn="l">
              <a:spcBef>
                <a:spcPts val="2200"/>
              </a:spcBef>
            </a:pPr>
            <a:endParaRPr lang="en-US" sz="40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6000" y="648000"/>
            <a:ext cx="8324110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bg2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110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5700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00152" y="1249199"/>
            <a:ext cx="4171848" cy="3522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pic>
        <p:nvPicPr>
          <p:cNvPr id="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 noChangeAspect="1"/>
          </p:cNvSpPr>
          <p:nvPr>
            <p:ph type="pic" sz="quarter" idx="14"/>
          </p:nvPr>
        </p:nvSpPr>
        <p:spPr>
          <a:xfrm>
            <a:off x="5815617" y="0"/>
            <a:ext cx="3337120" cy="5157000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00153" y="1249201"/>
            <a:ext cx="4590947" cy="3159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6000" y="648000"/>
            <a:ext cx="4595100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4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1" y="309001"/>
            <a:ext cx="4587805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328384" cy="5157000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39406" y="1249201"/>
            <a:ext cx="4581487" cy="3159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pic>
        <p:nvPicPr>
          <p:cNvPr id="13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140001" y="648000"/>
            <a:ext cx="4576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4140001" y="309001"/>
            <a:ext cx="4580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0" y="3114000"/>
            <a:ext cx="8316812" cy="16581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00150" y="1102576"/>
            <a:ext cx="4171850" cy="1838228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4572297" y="1102576"/>
            <a:ext cx="4144666" cy="1838228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3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2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 (text +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2809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16590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536034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646849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765347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452640" y="1100138"/>
            <a:ext cx="0" cy="367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 userDrawn="1"/>
        </p:nvCxnSpPr>
        <p:spPr>
          <a:xfrm>
            <a:off x="4569813" y="1100138"/>
            <a:ext cx="0" cy="367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 userDrawn="1"/>
        </p:nvCxnSpPr>
        <p:spPr>
          <a:xfrm>
            <a:off x="6686756" y="1100138"/>
            <a:ext cx="0" cy="367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9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2537888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50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4644892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51" name="Text Placeholder 8"/>
          <p:cNvSpPr>
            <a:spLocks noGrp="1"/>
          </p:cNvSpPr>
          <p:nvPr>
            <p:ph type="body" sz="quarter" idx="28" hasCustomPrompt="1"/>
          </p:nvPr>
        </p:nvSpPr>
        <p:spPr>
          <a:xfrm>
            <a:off x="6758335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(text + ic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16590" y="1825374"/>
            <a:ext cx="2430158" cy="148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96000" y="1062001"/>
            <a:ext cx="8314264" cy="599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8890" indent="0"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First level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5098714" y="142574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6284257" y="1825374"/>
            <a:ext cx="2430158" cy="148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3356922" y="1825374"/>
            <a:ext cx="2430158" cy="148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2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8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2808" y="3544814"/>
            <a:ext cx="2446935" cy="1227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Second level</a:t>
            </a:r>
          </a:p>
          <a:p>
            <a:pPr lvl="1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3"/>
            <a:r>
              <a:rPr lang="en-GB" dirty="0"/>
              <a:t>Fifth level</a:t>
            </a:r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31" hasCustomPrompt="1"/>
          </p:nvPr>
        </p:nvSpPr>
        <p:spPr>
          <a:xfrm>
            <a:off x="3348704" y="3544814"/>
            <a:ext cx="2446935" cy="1227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Second level</a:t>
            </a:r>
          </a:p>
          <a:p>
            <a:pPr lvl="1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3"/>
            <a:r>
              <a:rPr lang="en-GB" dirty="0"/>
              <a:t>Fifth level</a:t>
            </a:r>
          </a:p>
        </p:txBody>
      </p:sp>
      <p:sp>
        <p:nvSpPr>
          <p:cNvPr id="30" name="Text Placeholder 8"/>
          <p:cNvSpPr>
            <a:spLocks noGrp="1"/>
          </p:cNvSpPr>
          <p:nvPr>
            <p:ph type="body" sz="quarter" idx="32" hasCustomPrompt="1"/>
          </p:nvPr>
        </p:nvSpPr>
        <p:spPr>
          <a:xfrm>
            <a:off x="6272569" y="3544814"/>
            <a:ext cx="2446935" cy="1227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Second level</a:t>
            </a:r>
          </a:p>
          <a:p>
            <a:pPr lvl="1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3"/>
            <a:r>
              <a:rPr lang="en-GB" dirty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 (Data + ic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62837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</a:p>
          <a:p>
            <a:pPr lvl="1"/>
            <a:r>
              <a:rPr lang="en-GB" dirty="0"/>
              <a:t>Third level</a:t>
            </a:r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81283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415964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562837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27" hasCustomPrompt="1"/>
          </p:nvPr>
        </p:nvSpPr>
        <p:spPr>
          <a:xfrm>
            <a:off x="2603695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2538376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4720626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0" name="Rectangle 29"/>
          <p:cNvSpPr/>
          <p:nvPr userDrawn="1"/>
        </p:nvSpPr>
        <p:spPr>
          <a:xfrm>
            <a:off x="4655308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33" name="Picture Placeholder 6"/>
          <p:cNvSpPr>
            <a:spLocks noGrp="1"/>
          </p:cNvSpPr>
          <p:nvPr>
            <p:ph type="pic" sz="quarter" idx="33" hasCustomPrompt="1"/>
          </p:nvPr>
        </p:nvSpPr>
        <p:spPr>
          <a:xfrm>
            <a:off x="6824500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6759183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40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2685250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</a:p>
        </p:txBody>
      </p:sp>
      <p:sp>
        <p:nvSpPr>
          <p:cNvPr id="42" name="Text Placeholder 8"/>
          <p:cNvSpPr>
            <a:spLocks noGrp="1"/>
          </p:cNvSpPr>
          <p:nvPr>
            <p:ph type="body" sz="quarter" idx="40" hasCustomPrompt="1"/>
          </p:nvPr>
        </p:nvSpPr>
        <p:spPr>
          <a:xfrm>
            <a:off x="4802180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</a:p>
        </p:txBody>
      </p:sp>
      <p:sp>
        <p:nvSpPr>
          <p:cNvPr id="44" name="Text Placeholder 8"/>
          <p:cNvSpPr>
            <a:spLocks noGrp="1"/>
          </p:cNvSpPr>
          <p:nvPr>
            <p:ph type="body" sz="quarter" idx="42" hasCustomPrompt="1"/>
          </p:nvPr>
        </p:nvSpPr>
        <p:spPr>
          <a:xfrm>
            <a:off x="6906056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</a:p>
        </p:txBody>
      </p:sp>
      <p:pic>
        <p:nvPicPr>
          <p:cNvPr id="4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" name="Text Placeholder 8"/>
          <p:cNvSpPr>
            <a:spLocks noGrp="1"/>
          </p:cNvSpPr>
          <p:nvPr>
            <p:ph type="body" sz="quarter" idx="43" hasCustomPrompt="1"/>
          </p:nvPr>
        </p:nvSpPr>
        <p:spPr>
          <a:xfrm>
            <a:off x="2678405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</a:p>
          <a:p>
            <a:pPr lvl="1"/>
            <a:r>
              <a:rPr lang="en-GB" dirty="0"/>
              <a:t>Third level</a:t>
            </a:r>
          </a:p>
        </p:txBody>
      </p:sp>
      <p:sp>
        <p:nvSpPr>
          <p:cNvPr id="47" name="Text Placeholder 8"/>
          <p:cNvSpPr>
            <a:spLocks noGrp="1"/>
          </p:cNvSpPr>
          <p:nvPr>
            <p:ph type="body" sz="quarter" idx="44" hasCustomPrompt="1"/>
          </p:nvPr>
        </p:nvSpPr>
        <p:spPr>
          <a:xfrm>
            <a:off x="4800326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</a:p>
          <a:p>
            <a:pPr lvl="1"/>
            <a:r>
              <a:rPr lang="en-GB" dirty="0"/>
              <a:t>Third level</a:t>
            </a:r>
          </a:p>
        </p:txBody>
      </p:sp>
      <p:sp>
        <p:nvSpPr>
          <p:cNvPr id="48" name="Text Placeholder 8"/>
          <p:cNvSpPr>
            <a:spLocks noGrp="1"/>
          </p:cNvSpPr>
          <p:nvPr>
            <p:ph type="body" sz="quarter" idx="45" hasCustomPrompt="1"/>
          </p:nvPr>
        </p:nvSpPr>
        <p:spPr>
          <a:xfrm>
            <a:off x="6905342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</a:p>
          <a:p>
            <a:pPr lvl="1"/>
            <a:r>
              <a:rPr lang="en-GB" dirty="0"/>
              <a:t>Third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96000" y="1062001"/>
            <a:ext cx="8314264" cy="599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8890" indent="0"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First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umn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283361" y="1061202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24" hasCustomPrompt="1"/>
          </p:nvPr>
        </p:nvSpPr>
        <p:spPr>
          <a:xfrm>
            <a:off x="413175" y="1102576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 flipH="1">
            <a:off x="411166" y="1917556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6"/>
          <p:cNvSpPr>
            <a:spLocks noGrp="1"/>
          </p:cNvSpPr>
          <p:nvPr>
            <p:ph type="pic" sz="quarter" idx="26" hasCustomPrompt="1"/>
          </p:nvPr>
        </p:nvSpPr>
        <p:spPr>
          <a:xfrm>
            <a:off x="413175" y="2058540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7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413175" y="3014504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9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413175" y="3970467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cxnSp>
        <p:nvCxnSpPr>
          <p:cNvPr id="41" name="Straight Connector 40"/>
          <p:cNvCxnSpPr/>
          <p:nvPr userDrawn="1"/>
        </p:nvCxnSpPr>
        <p:spPr>
          <a:xfrm flipH="1">
            <a:off x="411166" y="2873520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 userDrawn="1"/>
        </p:nvCxnSpPr>
        <p:spPr>
          <a:xfrm flipH="1">
            <a:off x="411166" y="3829484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Picture Placeholder 6"/>
          <p:cNvSpPr>
            <a:spLocks noGrp="1"/>
          </p:cNvSpPr>
          <p:nvPr>
            <p:ph type="pic" sz="quarter" idx="32" hasCustomPrompt="1"/>
          </p:nvPr>
        </p:nvSpPr>
        <p:spPr>
          <a:xfrm>
            <a:off x="4974605" y="1102576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 flipH="1">
            <a:off x="4972597" y="1917556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Picture Placeholder 6"/>
          <p:cNvSpPr>
            <a:spLocks noGrp="1"/>
          </p:cNvSpPr>
          <p:nvPr>
            <p:ph type="pic" sz="quarter" idx="34" hasCustomPrompt="1"/>
          </p:nvPr>
        </p:nvSpPr>
        <p:spPr>
          <a:xfrm>
            <a:off x="4974605" y="2058540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1" name="Picture Placeholder 6"/>
          <p:cNvSpPr>
            <a:spLocks noGrp="1"/>
          </p:cNvSpPr>
          <p:nvPr>
            <p:ph type="pic" sz="quarter" idx="36" hasCustomPrompt="1"/>
          </p:nvPr>
        </p:nvSpPr>
        <p:spPr>
          <a:xfrm>
            <a:off x="4974605" y="3014504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3" name="Picture Placeholder 6"/>
          <p:cNvSpPr>
            <a:spLocks noGrp="1"/>
          </p:cNvSpPr>
          <p:nvPr>
            <p:ph type="pic" sz="quarter" idx="38" hasCustomPrompt="1"/>
          </p:nvPr>
        </p:nvSpPr>
        <p:spPr>
          <a:xfrm>
            <a:off x="4974605" y="3970467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cxnSp>
        <p:nvCxnSpPr>
          <p:cNvPr id="64" name="Straight Connector 63"/>
          <p:cNvCxnSpPr/>
          <p:nvPr userDrawn="1"/>
        </p:nvCxnSpPr>
        <p:spPr>
          <a:xfrm flipH="1">
            <a:off x="4972597" y="2873520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 userDrawn="1"/>
        </p:nvCxnSpPr>
        <p:spPr>
          <a:xfrm flipH="1">
            <a:off x="4972597" y="3829484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1" name="Text Placeholder 8"/>
          <p:cNvSpPr>
            <a:spLocks noGrp="1"/>
          </p:cNvSpPr>
          <p:nvPr>
            <p:ph type="body" sz="quarter" idx="41" hasCustomPrompt="1"/>
          </p:nvPr>
        </p:nvSpPr>
        <p:spPr>
          <a:xfrm>
            <a:off x="1283361" y="201716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73" name="Text Placeholder 8"/>
          <p:cNvSpPr>
            <a:spLocks noGrp="1"/>
          </p:cNvSpPr>
          <p:nvPr>
            <p:ph type="body" sz="quarter" idx="42" hasCustomPrompt="1"/>
          </p:nvPr>
        </p:nvSpPr>
        <p:spPr>
          <a:xfrm>
            <a:off x="1283361" y="297212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75" name="Text Placeholder 8"/>
          <p:cNvSpPr>
            <a:spLocks noGrp="1"/>
          </p:cNvSpPr>
          <p:nvPr>
            <p:ph type="body" sz="quarter" idx="43" hasCustomPrompt="1"/>
          </p:nvPr>
        </p:nvSpPr>
        <p:spPr>
          <a:xfrm>
            <a:off x="1283361" y="3929094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80" name="Text Placeholder 8"/>
          <p:cNvSpPr>
            <a:spLocks noGrp="1"/>
          </p:cNvSpPr>
          <p:nvPr>
            <p:ph type="body" sz="quarter" idx="44" hasCustomPrompt="1"/>
          </p:nvPr>
        </p:nvSpPr>
        <p:spPr>
          <a:xfrm>
            <a:off x="5842783" y="1061202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81" name="Text Placeholder 8"/>
          <p:cNvSpPr>
            <a:spLocks noGrp="1"/>
          </p:cNvSpPr>
          <p:nvPr>
            <p:ph type="body" sz="quarter" idx="45" hasCustomPrompt="1"/>
          </p:nvPr>
        </p:nvSpPr>
        <p:spPr>
          <a:xfrm>
            <a:off x="5842783" y="201716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82" name="Text Placeholder 8"/>
          <p:cNvSpPr>
            <a:spLocks noGrp="1"/>
          </p:cNvSpPr>
          <p:nvPr>
            <p:ph type="body" sz="quarter" idx="46" hasCustomPrompt="1"/>
          </p:nvPr>
        </p:nvSpPr>
        <p:spPr>
          <a:xfrm>
            <a:off x="5842783" y="297212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83" name="Text Placeholder 8"/>
          <p:cNvSpPr>
            <a:spLocks noGrp="1"/>
          </p:cNvSpPr>
          <p:nvPr>
            <p:ph type="body" sz="quarter" idx="47" hasCustomPrompt="1"/>
          </p:nvPr>
        </p:nvSpPr>
        <p:spPr>
          <a:xfrm>
            <a:off x="5842783" y="3929094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14"/>
          </p:nvPr>
        </p:nvSpPr>
        <p:spPr>
          <a:xfrm>
            <a:off x="413174" y="1846303"/>
            <a:ext cx="8297090" cy="200060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5966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</a:p>
        </p:txBody>
      </p:sp>
      <p:pic>
        <p:nvPicPr>
          <p:cNvPr id="31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" name="Text Placeholder 8"/>
          <p:cNvSpPr>
            <a:spLocks noGrp="1"/>
          </p:cNvSpPr>
          <p:nvPr>
            <p:ph type="body" sz="quarter" idx="33" hasCustomPrompt="1"/>
          </p:nvPr>
        </p:nvSpPr>
        <p:spPr>
          <a:xfrm>
            <a:off x="1610223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</a:p>
        </p:txBody>
      </p:sp>
      <p:sp>
        <p:nvSpPr>
          <p:cNvPr id="33" name="Text Placeholder 8"/>
          <p:cNvSpPr>
            <a:spLocks noGrp="1"/>
          </p:cNvSpPr>
          <p:nvPr>
            <p:ph type="body" sz="quarter" idx="34" hasCustomPrompt="1"/>
          </p:nvPr>
        </p:nvSpPr>
        <p:spPr>
          <a:xfrm>
            <a:off x="2804480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</a:p>
        </p:txBody>
      </p:sp>
      <p:sp>
        <p:nvSpPr>
          <p:cNvPr id="34" name="Text Placeholder 8"/>
          <p:cNvSpPr>
            <a:spLocks noGrp="1"/>
          </p:cNvSpPr>
          <p:nvPr>
            <p:ph type="body" sz="quarter" idx="35" hasCustomPrompt="1"/>
          </p:nvPr>
        </p:nvSpPr>
        <p:spPr>
          <a:xfrm>
            <a:off x="3998736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</a:p>
        </p:txBody>
      </p:sp>
      <p:sp>
        <p:nvSpPr>
          <p:cNvPr id="35" name="Text Placeholder 8"/>
          <p:cNvSpPr>
            <a:spLocks noGrp="1"/>
          </p:cNvSpPr>
          <p:nvPr>
            <p:ph type="body" sz="quarter" idx="36" hasCustomPrompt="1"/>
          </p:nvPr>
        </p:nvSpPr>
        <p:spPr>
          <a:xfrm>
            <a:off x="5192993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</a:p>
        </p:txBody>
      </p:sp>
      <p:sp>
        <p:nvSpPr>
          <p:cNvPr id="36" name="Text Placeholder 8"/>
          <p:cNvSpPr>
            <a:spLocks noGrp="1"/>
          </p:cNvSpPr>
          <p:nvPr>
            <p:ph type="body" sz="quarter" idx="37" hasCustomPrompt="1"/>
          </p:nvPr>
        </p:nvSpPr>
        <p:spPr>
          <a:xfrm>
            <a:off x="6387250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</a:p>
        </p:txBody>
      </p:sp>
      <p:sp>
        <p:nvSpPr>
          <p:cNvPr id="37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7581507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8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96000" y="1062001"/>
            <a:ext cx="8314264" cy="599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8890" indent="0"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First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ble Placeholder 5"/>
          <p:cNvSpPr>
            <a:spLocks noGrp="1"/>
          </p:cNvSpPr>
          <p:nvPr>
            <p:ph type="tbl" sz="quarter" idx="15"/>
          </p:nvPr>
        </p:nvSpPr>
        <p:spPr>
          <a:xfrm>
            <a:off x="413175" y="1112520"/>
            <a:ext cx="8303788" cy="329596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6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/>
          <p:cNvSpPr>
            <a:spLocks noGrp="1"/>
          </p:cNvSpPr>
          <p:nvPr>
            <p:ph type="pic" sz="quarter" idx="24" hasCustomPrompt="1"/>
          </p:nvPr>
        </p:nvSpPr>
        <p:spPr>
          <a:xfrm>
            <a:off x="413175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25" hasCustomPrompt="1"/>
          </p:nvPr>
        </p:nvSpPr>
        <p:spPr>
          <a:xfrm>
            <a:off x="1817319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6" hasCustomPrompt="1"/>
          </p:nvPr>
        </p:nvSpPr>
        <p:spPr>
          <a:xfrm>
            <a:off x="3229150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7" hasCustomPrompt="1"/>
          </p:nvPr>
        </p:nvSpPr>
        <p:spPr>
          <a:xfrm>
            <a:off x="4640978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6052808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9" hasCustomPrompt="1"/>
          </p:nvPr>
        </p:nvSpPr>
        <p:spPr>
          <a:xfrm>
            <a:off x="7464638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38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400152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39" name="Picture Placeholder 6"/>
          <p:cNvSpPr>
            <a:spLocks noGrp="1"/>
          </p:cNvSpPr>
          <p:nvPr>
            <p:ph type="pic" sz="quarter" idx="31" hasCustomPrompt="1"/>
          </p:nvPr>
        </p:nvSpPr>
        <p:spPr>
          <a:xfrm>
            <a:off x="1811982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40" name="Picture Placeholder 6"/>
          <p:cNvSpPr>
            <a:spLocks noGrp="1"/>
          </p:cNvSpPr>
          <p:nvPr>
            <p:ph type="pic" sz="quarter" idx="32" hasCustomPrompt="1"/>
          </p:nvPr>
        </p:nvSpPr>
        <p:spPr>
          <a:xfrm>
            <a:off x="3223811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41" name="Picture Placeholder 6"/>
          <p:cNvSpPr>
            <a:spLocks noGrp="1"/>
          </p:cNvSpPr>
          <p:nvPr>
            <p:ph type="pic" sz="quarter" idx="33" hasCustomPrompt="1"/>
          </p:nvPr>
        </p:nvSpPr>
        <p:spPr>
          <a:xfrm>
            <a:off x="4635639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42" name="Picture Placeholder 6"/>
          <p:cNvSpPr>
            <a:spLocks noGrp="1"/>
          </p:cNvSpPr>
          <p:nvPr>
            <p:ph type="pic" sz="quarter" idx="34" hasCustomPrompt="1"/>
          </p:nvPr>
        </p:nvSpPr>
        <p:spPr>
          <a:xfrm>
            <a:off x="6047469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43" name="Picture Placeholder 6"/>
          <p:cNvSpPr>
            <a:spLocks noGrp="1"/>
          </p:cNvSpPr>
          <p:nvPr>
            <p:ph type="pic" sz="quarter" idx="35" hasCustomPrompt="1"/>
          </p:nvPr>
        </p:nvSpPr>
        <p:spPr>
          <a:xfrm>
            <a:off x="7459299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56" name="Picture Placeholder 6"/>
          <p:cNvSpPr>
            <a:spLocks noGrp="1"/>
          </p:cNvSpPr>
          <p:nvPr>
            <p:ph type="pic" sz="quarter" idx="36" hasCustomPrompt="1"/>
          </p:nvPr>
        </p:nvSpPr>
        <p:spPr>
          <a:xfrm>
            <a:off x="400152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57" name="Picture Placeholder 6"/>
          <p:cNvSpPr>
            <a:spLocks noGrp="1"/>
          </p:cNvSpPr>
          <p:nvPr>
            <p:ph type="pic" sz="quarter" idx="37" hasCustomPrompt="1"/>
          </p:nvPr>
        </p:nvSpPr>
        <p:spPr>
          <a:xfrm>
            <a:off x="1811982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58" name="Picture Placeholder 6"/>
          <p:cNvSpPr>
            <a:spLocks noGrp="1"/>
          </p:cNvSpPr>
          <p:nvPr>
            <p:ph type="pic" sz="quarter" idx="38" hasCustomPrompt="1"/>
          </p:nvPr>
        </p:nvSpPr>
        <p:spPr>
          <a:xfrm>
            <a:off x="3223811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59" name="Picture Placeholder 6"/>
          <p:cNvSpPr>
            <a:spLocks noGrp="1"/>
          </p:cNvSpPr>
          <p:nvPr>
            <p:ph type="pic" sz="quarter" idx="39" hasCustomPrompt="1"/>
          </p:nvPr>
        </p:nvSpPr>
        <p:spPr>
          <a:xfrm>
            <a:off x="4635639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60" name="Picture Placeholder 6"/>
          <p:cNvSpPr>
            <a:spLocks noGrp="1"/>
          </p:cNvSpPr>
          <p:nvPr>
            <p:ph type="pic" sz="quarter" idx="40" hasCustomPrompt="1"/>
          </p:nvPr>
        </p:nvSpPr>
        <p:spPr>
          <a:xfrm>
            <a:off x="6047469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61" name="Picture Placeholder 6"/>
          <p:cNvSpPr>
            <a:spLocks noGrp="1"/>
          </p:cNvSpPr>
          <p:nvPr>
            <p:ph type="pic" sz="quarter" idx="41" hasCustomPrompt="1"/>
          </p:nvPr>
        </p:nvSpPr>
        <p:spPr>
          <a:xfrm>
            <a:off x="7459299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62" name="Picture Placeholder 6"/>
          <p:cNvSpPr>
            <a:spLocks noGrp="1"/>
          </p:cNvSpPr>
          <p:nvPr>
            <p:ph type="pic" sz="quarter" idx="42" hasCustomPrompt="1"/>
          </p:nvPr>
        </p:nvSpPr>
        <p:spPr>
          <a:xfrm>
            <a:off x="400152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63" name="Picture Placeholder 6"/>
          <p:cNvSpPr>
            <a:spLocks noGrp="1"/>
          </p:cNvSpPr>
          <p:nvPr>
            <p:ph type="pic" sz="quarter" idx="43" hasCustomPrompt="1"/>
          </p:nvPr>
        </p:nvSpPr>
        <p:spPr>
          <a:xfrm>
            <a:off x="1811982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64" name="Picture Placeholder 6"/>
          <p:cNvSpPr>
            <a:spLocks noGrp="1"/>
          </p:cNvSpPr>
          <p:nvPr>
            <p:ph type="pic" sz="quarter" idx="44" hasCustomPrompt="1"/>
          </p:nvPr>
        </p:nvSpPr>
        <p:spPr>
          <a:xfrm>
            <a:off x="3223811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65" name="Picture Placeholder 6"/>
          <p:cNvSpPr>
            <a:spLocks noGrp="1"/>
          </p:cNvSpPr>
          <p:nvPr>
            <p:ph type="pic" sz="quarter" idx="45" hasCustomPrompt="1"/>
          </p:nvPr>
        </p:nvSpPr>
        <p:spPr>
          <a:xfrm>
            <a:off x="4635639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66" name="Picture Placeholder 6"/>
          <p:cNvSpPr>
            <a:spLocks noGrp="1"/>
          </p:cNvSpPr>
          <p:nvPr>
            <p:ph type="pic" sz="quarter" idx="46" hasCustomPrompt="1"/>
          </p:nvPr>
        </p:nvSpPr>
        <p:spPr>
          <a:xfrm>
            <a:off x="6047469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67" name="Picture Placeholder 6"/>
          <p:cNvSpPr>
            <a:spLocks noGrp="1"/>
          </p:cNvSpPr>
          <p:nvPr>
            <p:ph type="pic" sz="quarter" idx="47" hasCustomPrompt="1"/>
          </p:nvPr>
        </p:nvSpPr>
        <p:spPr>
          <a:xfrm>
            <a:off x="7459299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pic>
        <p:nvPicPr>
          <p:cNvPr id="70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18881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2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lthcare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healthcare sector</a:t>
            </a:r>
          </a:p>
        </p:txBody>
      </p:sp>
      <p:sp>
        <p:nvSpPr>
          <p:cNvPr id="7" name="TextBox 4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ucation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education sector</a:t>
            </a: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iation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8" name="TextBox 7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aviation sector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SFI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</a:p>
        </p:txBody>
      </p:sp>
      <p:sp>
        <p:nvSpPr>
          <p:cNvPr id="12" name="TextBox 11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BFSI sector</a:t>
            </a:r>
          </a:p>
        </p:txBody>
      </p:sp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vernment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government sector</a:t>
            </a:r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her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12" hasCustomPrompt="1"/>
          </p:nvPr>
        </p:nvSpPr>
        <p:spPr>
          <a:xfrm>
            <a:off x="395445" y="1908057"/>
            <a:ext cx="6048000" cy="378000"/>
          </a:xfrm>
        </p:spPr>
        <p:txBody>
          <a:bodyPr>
            <a:normAutofit/>
          </a:bodyPr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lang="en-US" dirty="0"/>
              <a:t>&lt;XXXX&gt; sector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blue lines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0" y="0"/>
            <a:ext cx="9145700" cy="5143500"/>
          </a:xfrm>
          <a:prstGeom prst="rect">
            <a:avLst/>
          </a:prstGeom>
        </p:spPr>
      </p:pic>
      <p:pic>
        <p:nvPicPr>
          <p:cNvPr id="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599"/>
            <a:ext cx="4595100" cy="3238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 baseline="0">
                <a:solidFill>
                  <a:schemeClr val="bg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r>
              <a:rPr lang="en-US" dirty="0"/>
              <a:t>Development (Dev)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 solution innovator in offering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holistic business solutions to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accelerate customers’ digital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transformation</a:t>
            </a:r>
          </a:p>
          <a:p>
            <a:endParaRPr lang="en-US" dirty="0"/>
          </a:p>
        </p:txBody>
      </p:sp>
      <p:pic>
        <p:nvPicPr>
          <p:cNvPr id="2" name="Picture Placeholder 8"/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4078" b="-4078"/>
          <a:stretch>
            <a:fillRect/>
          </a:stretch>
        </p:blipFill>
        <p:spPr>
          <a:xfrm>
            <a:off x="6635548" y="1483043"/>
            <a:ext cx="1680319" cy="1817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blue lines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0" y="0"/>
            <a:ext cx="9145700" cy="5143500"/>
          </a:xfrm>
          <a:prstGeom prst="rect">
            <a:avLst/>
          </a:prstGeom>
        </p:spPr>
      </p:pic>
      <p:pic>
        <p:nvPicPr>
          <p:cNvPr id="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599"/>
            <a:ext cx="4595100" cy="3238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 baseline="0">
                <a:solidFill>
                  <a:schemeClr val="bg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r>
              <a:rPr lang="en-US" dirty="0"/>
              <a:t>Security (Sec)</a:t>
            </a:r>
          </a:p>
          <a:p>
            <a:pPr lvl="1"/>
            <a:r>
              <a:rPr lang="en-US" dirty="0"/>
              <a:t>A market-leading expert specialized</a:t>
            </a:r>
            <a:br>
              <a:rPr lang="en-US" dirty="0"/>
            </a:br>
            <a:r>
              <a:rPr lang="en-US" dirty="0"/>
              <a:t>in digital asset protection and risks prevention</a:t>
            </a:r>
          </a:p>
          <a:p>
            <a:endParaRPr lang="en-US" dirty="0"/>
          </a:p>
        </p:txBody>
      </p:sp>
      <p:pic>
        <p:nvPicPr>
          <p:cNvPr id="6" name="Picture Placeholder 6"/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4078" b="-4078"/>
          <a:stretch>
            <a:fillRect/>
          </a:stretch>
        </p:blipFill>
        <p:spPr>
          <a:xfrm>
            <a:off x="6635548" y="1483043"/>
            <a:ext cx="1680319" cy="1817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blue lines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0" y="0"/>
            <a:ext cx="9145700" cy="5143500"/>
          </a:xfrm>
          <a:prstGeom prst="rect">
            <a:avLst/>
          </a:prstGeom>
        </p:spPr>
      </p:pic>
      <p:pic>
        <p:nvPicPr>
          <p:cNvPr id="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599"/>
            <a:ext cx="4595100" cy="3238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 baseline="0">
                <a:solidFill>
                  <a:schemeClr val="bg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r>
              <a:rPr lang="en-US" dirty="0"/>
              <a:t>Operations (Ops)</a:t>
            </a:r>
          </a:p>
          <a:p>
            <a:pPr lvl="1"/>
            <a:r>
              <a:rPr lang="en-US" dirty="0"/>
              <a:t>A local managed service leader with world-class, industry-specific and</a:t>
            </a:r>
            <a:br>
              <a:rPr lang="en-US" dirty="0"/>
            </a:br>
            <a:r>
              <a:rPr lang="en-US" dirty="0"/>
              <a:t>end-to-end services to manage</a:t>
            </a:r>
            <a:br>
              <a:rPr lang="en-US" dirty="0"/>
            </a:br>
            <a:r>
              <a:rPr lang="en-US" dirty="0"/>
              <a:t>clients’ IT infrastructure to cloud</a:t>
            </a:r>
            <a:br>
              <a:rPr lang="en-US" dirty="0"/>
            </a:br>
            <a:r>
              <a:rPr lang="en-US" dirty="0"/>
              <a:t>platform in entire IT lifecycle</a:t>
            </a:r>
          </a:p>
          <a:p>
            <a:endParaRPr lang="en-US" dirty="0"/>
          </a:p>
        </p:txBody>
      </p:sp>
      <p:pic>
        <p:nvPicPr>
          <p:cNvPr id="6" name="Picture Placeholder 6"/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4078" b="-4078"/>
          <a:stretch>
            <a:fillRect/>
          </a:stretch>
        </p:blipFill>
        <p:spPr>
          <a:xfrm>
            <a:off x="6635548" y="1483043"/>
            <a:ext cx="1680319" cy="1817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1108633"/>
            <a:ext cx="1524035" cy="109314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0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90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170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005AAA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523528" y="1108633"/>
            <a:ext cx="1524035" cy="10931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5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45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95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052D5F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3048219" y="1108633"/>
            <a:ext cx="1524035" cy="109314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0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135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0087FF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4571747" y="1108633"/>
            <a:ext cx="1524035" cy="109314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0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185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00B9FF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6095857" y="1108633"/>
            <a:ext cx="1524035" cy="10931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70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90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110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465A6E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7619966" y="1108633"/>
            <a:ext cx="1524035" cy="10931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219</a:t>
            </a: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219</a:t>
            </a: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219</a:t>
            </a: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DBDBDB</a:t>
            </a:r>
          </a:p>
        </p:txBody>
      </p:sp>
      <p:sp>
        <p:nvSpPr>
          <p:cNvPr id="23" name="Rectangle 22"/>
          <p:cNvSpPr/>
          <p:nvPr userDrawn="1"/>
        </p:nvSpPr>
        <p:spPr>
          <a:xfrm>
            <a:off x="6095857" y="2201780"/>
            <a:ext cx="1524035" cy="739943"/>
          </a:xfrm>
          <a:prstGeom prst="rect">
            <a:avLst/>
          </a:prstGeom>
          <a:solidFill>
            <a:srgbClr val="869C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134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156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178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869CB2</a:t>
            </a:r>
          </a:p>
        </p:txBody>
      </p:sp>
      <p:sp>
        <p:nvSpPr>
          <p:cNvPr id="24" name="Rectangle 23"/>
          <p:cNvSpPr/>
          <p:nvPr userDrawn="1"/>
        </p:nvSpPr>
        <p:spPr>
          <a:xfrm>
            <a:off x="7619966" y="2201780"/>
            <a:ext cx="1524035" cy="739943"/>
          </a:xfrm>
          <a:prstGeom prst="rect">
            <a:avLst/>
          </a:prstGeom>
          <a:solidFill>
            <a:srgbClr val="C5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197</a:t>
            </a: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197</a:t>
            </a: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197</a:t>
            </a: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C5C5C5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0" y="2201780"/>
            <a:ext cx="1524035" cy="11093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119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191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77BFFF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1523528" y="2201780"/>
            <a:ext cx="1524035" cy="1109367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158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199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250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9EC7FA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3048219" y="2201780"/>
            <a:ext cx="1524035" cy="1109367"/>
          </a:xfrm>
          <a:prstGeom prst="rect">
            <a:avLst/>
          </a:prstGeom>
          <a:solidFill>
            <a:srgbClr val="99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153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207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99CFFF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4571747" y="2201780"/>
            <a:ext cx="1524035" cy="11093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153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227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99E3FF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0" y="3307865"/>
            <a:ext cx="1524035" cy="1109367"/>
          </a:xfrm>
          <a:prstGeom prst="rect">
            <a:avLst/>
          </a:prstGeom>
          <a:solidFill>
            <a:srgbClr val="BBD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187</a:t>
            </a: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223</a:t>
            </a: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255</a:t>
            </a: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BBDFFF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1523528" y="3307865"/>
            <a:ext cx="1524035" cy="1109367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216</a:t>
            </a: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232</a:t>
            </a: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253</a:t>
            </a: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D8E8FD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3048219" y="3307865"/>
            <a:ext cx="1524035" cy="1109367"/>
          </a:xfrm>
          <a:prstGeom prst="rect">
            <a:avLst/>
          </a:prstGeom>
          <a:solidFill>
            <a:srgbClr val="CCE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204</a:t>
            </a: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231</a:t>
            </a: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255</a:t>
            </a: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CCE7FF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4571747" y="3307865"/>
            <a:ext cx="1524035" cy="1109367"/>
          </a:xfrm>
          <a:prstGeom prst="rect">
            <a:avLst/>
          </a:prstGeom>
          <a:solidFill>
            <a:srgbClr val="CCF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204</a:t>
            </a: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241</a:t>
            </a: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255</a:t>
            </a: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CCF1FF</a:t>
            </a:r>
          </a:p>
        </p:txBody>
      </p:sp>
      <p:sp>
        <p:nvSpPr>
          <p:cNvPr id="29" name="Rectangle 28"/>
          <p:cNvSpPr/>
          <p:nvPr userDrawn="1"/>
        </p:nvSpPr>
        <p:spPr>
          <a:xfrm>
            <a:off x="6095857" y="2939535"/>
            <a:ext cx="1524035" cy="739943"/>
          </a:xfrm>
          <a:prstGeom prst="rect">
            <a:avLst/>
          </a:prstGeom>
          <a:solidFill>
            <a:srgbClr val="AEB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174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189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204</a:t>
            </a: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AEBDCC</a:t>
            </a:r>
          </a:p>
        </p:txBody>
      </p:sp>
      <p:sp>
        <p:nvSpPr>
          <p:cNvPr id="30" name="Rectangle 29"/>
          <p:cNvSpPr/>
          <p:nvPr userDrawn="1"/>
        </p:nvSpPr>
        <p:spPr>
          <a:xfrm>
            <a:off x="7619966" y="2939535"/>
            <a:ext cx="1524035" cy="739943"/>
          </a:xfrm>
          <a:prstGeom prst="rect">
            <a:avLst/>
          </a:prstGeom>
          <a:solidFill>
            <a:srgbClr val="A4A4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R: 164</a:t>
            </a: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G: 164</a:t>
            </a: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B: 164</a:t>
            </a: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Hex: A4A4A4</a:t>
            </a:r>
          </a:p>
        </p:txBody>
      </p:sp>
      <p:sp>
        <p:nvSpPr>
          <p:cNvPr id="35" name="Rectangle 34"/>
          <p:cNvSpPr/>
          <p:nvPr userDrawn="1"/>
        </p:nvSpPr>
        <p:spPr>
          <a:xfrm>
            <a:off x="6095857" y="3677289"/>
            <a:ext cx="1524035" cy="739943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215</a:t>
            </a: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222</a:t>
            </a: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229</a:t>
            </a: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D7DEE5</a:t>
            </a:r>
          </a:p>
        </p:txBody>
      </p:sp>
      <p:sp>
        <p:nvSpPr>
          <p:cNvPr id="36" name="Rectangle 35"/>
          <p:cNvSpPr/>
          <p:nvPr userDrawn="1"/>
        </p:nvSpPr>
        <p:spPr>
          <a:xfrm>
            <a:off x="7619966" y="3677289"/>
            <a:ext cx="1524035" cy="739943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R: 55</a:t>
            </a: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G: 55</a:t>
            </a: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B: 55</a:t>
            </a: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Hex: 373737</a:t>
            </a:r>
          </a:p>
        </p:txBody>
      </p:sp>
      <p:sp>
        <p:nvSpPr>
          <p:cNvPr id="3" name="Title Placeholder 18"/>
          <p:cNvSpPr txBox="1"/>
          <p:nvPr userDrawn="1"/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1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100" dirty="0"/>
              <a:t>Color palette</a:t>
            </a:r>
            <a:endParaRPr lang="en-US" sz="2100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</a:p>
          <a:p>
            <a:pPr lvl="1"/>
            <a:r>
              <a:rPr lang="en-GB" dirty="0"/>
              <a:t>Presenter title 1</a:t>
            </a:r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</a:p>
          <a:p>
            <a:pPr lvl="1"/>
            <a:r>
              <a:rPr lang="en-GB" dirty="0"/>
              <a:t>Presenter title 1</a:t>
            </a:r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</a:p>
          <a:p>
            <a:pPr lvl="0"/>
            <a:r>
              <a:rPr lang="en-GB" dirty="0"/>
              <a:t>Content title</a:t>
            </a:r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</a:p>
          <a:p>
            <a:pPr lvl="1"/>
            <a:r>
              <a:rPr lang="en-GB" dirty="0"/>
              <a:t>Presenter title 1</a:t>
            </a:r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</a:p>
          <a:p>
            <a:pPr lvl="1"/>
            <a:r>
              <a:rPr lang="en-GB" dirty="0"/>
              <a:t>Presenter title 1</a:t>
            </a:r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</a:p>
          <a:p>
            <a:pPr lvl="0"/>
            <a:r>
              <a:rPr lang="en-GB" dirty="0"/>
              <a:t>Content title</a:t>
            </a:r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</a:p>
          <a:p>
            <a:pPr lvl="1"/>
            <a:r>
              <a:rPr lang="en-GB" dirty="0"/>
              <a:t>Presenter title 1</a:t>
            </a:r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</a:p>
          <a:p>
            <a:pPr lvl="1"/>
            <a:r>
              <a:rPr lang="en-GB" dirty="0"/>
              <a:t>Presenter title 1</a:t>
            </a:r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</a:p>
          <a:p>
            <a:pPr lvl="0"/>
            <a:r>
              <a:rPr lang="en-GB" dirty="0"/>
              <a:t>Content title</a:t>
            </a:r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</a:p>
          <a:p>
            <a:pPr lvl="1"/>
            <a:r>
              <a:rPr lang="en-GB" dirty="0"/>
              <a:t>Presenter title 1</a:t>
            </a:r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</a:p>
          <a:p>
            <a:pPr lvl="1"/>
            <a:r>
              <a:rPr lang="en-GB" dirty="0"/>
              <a:t>Presenter title 1</a:t>
            </a:r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</a:p>
          <a:p>
            <a:pPr lvl="0"/>
            <a:r>
              <a:rPr lang="en-GB" dirty="0"/>
              <a:t>Content title</a:t>
            </a:r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</a:p>
          <a:p>
            <a:pPr lvl="1"/>
            <a:r>
              <a:rPr lang="en-GB" dirty="0"/>
              <a:t>Presenter title 1</a:t>
            </a:r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</a:p>
          <a:p>
            <a:pPr lvl="1"/>
            <a:r>
              <a:rPr lang="en-GB" dirty="0"/>
              <a:t>Presenter title 1</a:t>
            </a:r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</a:p>
          <a:p>
            <a:pPr lvl="0"/>
            <a:r>
              <a:rPr lang="en-GB" dirty="0"/>
              <a:t>Content title</a:t>
            </a:r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</a:p>
          <a:p>
            <a:pPr lvl="1"/>
            <a:r>
              <a:rPr lang="en-GB" dirty="0"/>
              <a:t>Presenter title 1</a:t>
            </a:r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</a:p>
          <a:p>
            <a:pPr lvl="1"/>
            <a:r>
              <a:rPr lang="en-GB" dirty="0"/>
              <a:t>Presenter title 1</a:t>
            </a:r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</a:p>
          <a:p>
            <a:pPr lvl="0"/>
            <a:r>
              <a:rPr lang="en-GB" dirty="0"/>
              <a:t>Content title</a:t>
            </a:r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</a:p>
          <a:p>
            <a:pPr lvl="1"/>
            <a:r>
              <a:rPr lang="en-GB" dirty="0"/>
              <a:t>Presenter title 1</a:t>
            </a:r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</a:p>
          <a:p>
            <a:pPr lvl="1"/>
            <a:r>
              <a:rPr lang="en-GB" dirty="0"/>
              <a:t>Presenter title 1</a:t>
            </a:r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</a:p>
          <a:p>
            <a:pPr lvl="0"/>
            <a:r>
              <a:rPr lang="en-GB" dirty="0"/>
              <a:t>Content title</a:t>
            </a:r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</a:p>
          <a:p>
            <a:pPr lvl="1"/>
            <a:r>
              <a:rPr lang="en-GB" dirty="0"/>
              <a:t>Presenter title 1</a:t>
            </a:r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</a:p>
          <a:p>
            <a:pPr lvl="1"/>
            <a:r>
              <a:rPr lang="en-GB" dirty="0"/>
              <a:t>Presenter title 1</a:t>
            </a:r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</a:p>
          <a:p>
            <a:pPr lvl="0"/>
            <a:r>
              <a:rPr lang="en-GB" dirty="0"/>
              <a:t>Content title</a:t>
            </a:r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3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theme" Target="../theme/theme10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1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theme" Target="../theme/theme12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theme" Target="../theme/theme13.xml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4.xml"/><Relationship Id="rId4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6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20963" cy="34940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6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04213" cy="316751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6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04213" cy="316751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8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04213" cy="316751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0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8.xml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24000" y="951750"/>
            <a:ext cx="8496000" cy="3240000"/>
          </a:xfrm>
        </p:spPr>
        <p:txBody>
          <a:bodyPr>
            <a:normAutofit/>
          </a:bodyPr>
          <a:lstStyle/>
          <a:p>
            <a:r>
              <a:rPr lang="en-US" altLang="zh-CN" sz="2200" dirty="0">
                <a:solidFill>
                  <a:srgbClr val="0070C0"/>
                </a:solidFill>
                <a:sym typeface="+mn-ea"/>
              </a:rPr>
              <a:t>The Presentation of Enterprise Content Management Solution</a:t>
            </a:r>
            <a:endParaRPr lang="en-US" sz="2200" dirty="0">
              <a:solidFill>
                <a:srgbClr val="0070C0"/>
              </a:solidFill>
            </a:endParaRPr>
          </a:p>
          <a:p>
            <a:r>
              <a:rPr lang="en-US" sz="2200" dirty="0"/>
              <a:t> </a:t>
            </a:r>
          </a:p>
          <a:p>
            <a:r>
              <a:rPr lang="en-US" altLang="en-US" dirty="0">
                <a:solidFill>
                  <a:srgbClr val="0070C0"/>
                </a:solidFill>
                <a:sym typeface="+mn-ea"/>
              </a:rPr>
              <a:t>Automated </a:t>
            </a:r>
            <a:r>
              <a:rPr lang="en-US" dirty="0">
                <a:solidFill>
                  <a:srgbClr val="0070C0"/>
                </a:solidFill>
                <a:sym typeface="+mn-ea"/>
              </a:rPr>
              <a:t>Smart ECM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solidFill>
                  <a:schemeClr val="tx2"/>
                </a:solidFill>
              </a:rPr>
              <a:t>Presented by: ASL</a:t>
            </a:r>
          </a:p>
          <a:p>
            <a:endParaRPr lang="en-US" dirty="0"/>
          </a:p>
          <a:p>
            <a:r>
              <a:rPr lang="en-US" sz="1600" b="0" dirty="0">
                <a:solidFill>
                  <a:schemeClr val="tx2"/>
                </a:solidFill>
              </a:rPr>
              <a:t>M</a:t>
            </a:r>
            <a:r>
              <a:rPr lang="en-US" altLang="zh-CN" sz="1600" b="0" dirty="0">
                <a:solidFill>
                  <a:schemeClr val="tx2"/>
                </a:solidFill>
              </a:rPr>
              <a:t>arch 202</a:t>
            </a:r>
            <a:r>
              <a:rPr lang="en-US" altLang="en-US" sz="1600" b="0" dirty="0">
                <a:solidFill>
                  <a:schemeClr val="tx2"/>
                </a:solidFill>
              </a:rPr>
              <a:t>6</a:t>
            </a:r>
            <a:endParaRPr lang="en-US" sz="1600" b="0" dirty="0">
              <a:solidFill>
                <a:schemeClr val="tx2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16679" y="771705"/>
            <a:ext cx="8304213" cy="3600588"/>
          </a:xfrm>
        </p:spPr>
        <p:txBody>
          <a:bodyPr>
            <a:normAutofit/>
          </a:bodyPr>
          <a:lstStyle/>
          <a:p>
            <a:r>
              <a:rPr lang="en-US" altLang="en-US" dirty="0"/>
              <a:t>Major Features</a:t>
            </a:r>
            <a:endParaRPr lang="en-US" dirty="0"/>
          </a:p>
          <a:p>
            <a:r>
              <a:rPr lang="en-US" dirty="0"/>
              <a:t>DMS Function</a:t>
            </a:r>
            <a:r>
              <a:rPr lang="en-US" altLang="en-US" dirty="0"/>
              <a:t>s and Features</a:t>
            </a:r>
            <a:endParaRPr lang="en-US" altLang="en-US" dirty="0">
              <a:sym typeface="+mn-ea"/>
            </a:endParaRPr>
          </a:p>
          <a:p>
            <a:r>
              <a:rPr lang="en-US" altLang="en-US" dirty="0"/>
              <a:t>Deployment </a:t>
            </a:r>
          </a:p>
          <a:p>
            <a:r>
              <a:rPr lang="en-US" altLang="en-US" dirty="0"/>
              <a:t>Licensing Scheme</a:t>
            </a:r>
          </a:p>
          <a:p>
            <a:r>
              <a:rPr lang="en-US" altLang="en-US" dirty="0"/>
              <a:t>Q&amp;A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855" y="51191"/>
            <a:ext cx="8324892" cy="413999"/>
          </a:xfrm>
        </p:spPr>
        <p:txBody>
          <a:bodyPr/>
          <a:lstStyle/>
          <a:p>
            <a:r>
              <a:rPr lang="en-US" altLang="en-US" dirty="0">
                <a:sym typeface="+mn-ea"/>
              </a:rPr>
              <a:t>Major Features</a:t>
            </a:r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411345" y="51435"/>
            <a:ext cx="5518150" cy="49726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91795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OCR &amp; </a:t>
            </a:r>
            <a:r>
              <a:rPr lang="en-US" alt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Extraction</a:t>
            </a:r>
            <a:endParaRPr lang="en-US" sz="16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English, Traditional/Simplified Chinese full text OCR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Automatically data extraction and metadata filling</a:t>
            </a: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Confidence Score calculation </a:t>
            </a:r>
          </a:p>
          <a:p>
            <a:pPr marL="391795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Collaboration</a:t>
            </a: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 Approval</a:t>
            </a: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Batch processing execution regularly</a:t>
            </a: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Retention and Reminder</a:t>
            </a:r>
          </a:p>
          <a:p>
            <a:pPr marL="391795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Auditing</a:t>
            </a:r>
            <a:endParaRPr lang="en-US" sz="16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Role-base functionalities</a:t>
            </a: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 based audit log (What user do during a period)</a:t>
            </a: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 Audit Log</a:t>
            </a: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 log Report</a:t>
            </a:r>
          </a:p>
          <a:p>
            <a:pPr marL="391795" lvl="0" indent="-179705" algn="l" eaLnBrk="0" hangingPunct="0">
              <a:spcBef>
                <a:spcPts val="12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Role-based User Management</a:t>
            </a: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mange functions</a:t>
            </a: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control permissions</a:t>
            </a: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belongs to specific role and group(s)</a:t>
            </a:r>
          </a:p>
          <a:p>
            <a:pPr marL="628650" lvl="1" indent="-179705" algn="l" eaLnBrk="0" hangingPunct="0">
              <a:spcBef>
                <a:spcPts val="120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algn="l" eaLnBrk="0" hangingPunct="0">
              <a:spcBef>
                <a:spcPts val="120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1795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52075" y="592138"/>
            <a:ext cx="4993541" cy="5233132"/>
          </a:xfrm>
        </p:spPr>
        <p:txBody>
          <a:bodyPr>
            <a:normAutofit/>
          </a:bodyPr>
          <a:lstStyle/>
          <a:p>
            <a:r>
              <a:rPr lang="en-US" altLang="en-US" sz="1600">
                <a:solidFill>
                  <a:schemeClr val="accent1">
                    <a:lumMod val="75000"/>
                    <a:lumOff val="25000"/>
                  </a:schemeClr>
                </a:solidFill>
              </a:rPr>
              <a:t>Folder Level Access Rights</a:t>
            </a:r>
            <a:endParaRPr lang="en-US" sz="16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Authorize different folder permission to respective AD group</a:t>
            </a: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Custom metadata for different folder</a:t>
            </a:r>
          </a:p>
          <a:p>
            <a:r>
              <a:rPr lang="en-US" sz="1600">
                <a:solidFill>
                  <a:schemeClr val="accent1">
                    <a:lumMod val="75000"/>
                    <a:lumOff val="25000"/>
                  </a:schemeClr>
                </a:solidFill>
              </a:rPr>
              <a:t>Document Upload &amp; </a:t>
            </a:r>
            <a:r>
              <a:rPr lang="en-US" altLang="en-US" sz="1600">
                <a:solidFill>
                  <a:schemeClr val="accent1">
                    <a:lumMod val="75000"/>
                    <a:lumOff val="25000"/>
                  </a:schemeClr>
                </a:solidFill>
              </a:rPr>
              <a:t>Scan</a:t>
            </a:r>
            <a:endParaRPr lang="en-US" sz="16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Support 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import electronic document into the system</a:t>
            </a: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Support scan paper files into the system</a:t>
            </a: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r>
              <a:rPr lang="en-US">
                <a:solidFill>
                  <a:schemeClr val="accent1">
                    <a:lumMod val="75000"/>
                    <a:lumOff val="25000"/>
                  </a:schemeClr>
                </a:solidFill>
              </a:rPr>
              <a:t>Document Online Preview</a:t>
            </a: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Support PDF file online preview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 page by page</a:t>
            </a:r>
            <a:endParaRPr lang="en-US" altLang="zh-CN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Support watermar</a:t>
            </a:r>
            <a:r>
              <a:rPr lang="en-US" sz="1200">
                <a:solidFill>
                  <a:schemeClr val="accent1">
                    <a:lumMod val="75000"/>
                    <a:lumOff val="25000"/>
                  </a:schemeClr>
                </a:solidFill>
              </a:rPr>
              <a:t>k</a:t>
            </a:r>
          </a:p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AI assistant</a:t>
            </a:r>
            <a:endParaRPr lang="en-US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Search document by AI assistant</a:t>
            </a:r>
            <a:endParaRPr lang="en-US" altLang="zh-CN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Summary document by AI assistant</a:t>
            </a:r>
          </a:p>
          <a:p>
            <a:pPr lvl="1">
              <a:buFont typeface="Arial" panose="020B0604020202020204" pitchFamily="34" charset="0"/>
            </a:pPr>
            <a:r>
              <a:rPr 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AI-powered Search Capabilit</a:t>
            </a:r>
            <a:r>
              <a:rPr lang="en-US" alt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y</a:t>
            </a: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index values of documen</a:t>
            </a: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</a:t>
            </a: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keywords in document</a:t>
            </a: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 Natural Language to search document 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endParaRPr lang="en-US">
              <a:solidFill>
                <a:schemeClr val="accent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855" y="204226"/>
            <a:ext cx="8324892" cy="413999"/>
          </a:xfrm>
        </p:spPr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Folder Level Access Rights</a:t>
            </a:r>
            <a:endParaRPr lang="en-US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70180" y="506095"/>
            <a:ext cx="4392295" cy="75438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Multiple layers of document folders for categorization/classification in </a:t>
            </a: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the database </a:t>
            </a: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- Categories </a:t>
            </a: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are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 organised in a tree structure similar to file </a:t>
            </a: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systems </a:t>
            </a: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- </a:t>
            </a: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U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ser interface for navigation of the tree structure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225" y="988240"/>
            <a:ext cx="3960000" cy="357520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80" y="1372870"/>
            <a:ext cx="3347085" cy="33166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656455" y="618490"/>
            <a:ext cx="4311015" cy="112268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177800" lvl="1" indent="-1714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Open Sans SemiBold"/>
              </a:rPr>
              <a:t>Metadata fields are user-defined per folder</a:t>
            </a:r>
          </a:p>
          <a:p>
            <a:pPr marL="177800" lvl="1" indent="-171450" algn="l">
              <a:buClrTx/>
              <a:buSzTx/>
              <a:buFont typeface="Arial" panose="020B0604020202020204" pitchFamily="34" charset="0"/>
              <a:buChar char="•"/>
            </a:pP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Open Sans SemiBold"/>
              </a:rPr>
              <a:t>Group base folder level access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Document Upload &amp; </a:t>
            </a:r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Scan</a:t>
            </a:r>
            <a:endParaRPr 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52095" y="645160"/>
            <a:ext cx="4572000" cy="71691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Documents </a:t>
            </a: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are</a:t>
            </a: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 filed directly through scanner, or the soft copy </a:t>
            </a: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uploaded to the system. For softcopies, support image formats </a:t>
            </a: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including multi-page TIFF, PDF, and support common office </a:t>
            </a: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document formats including DOCX, XLSX, PPTX, etc.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1492250"/>
            <a:ext cx="3508375" cy="25380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955" y="1131570"/>
            <a:ext cx="4044950" cy="28384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2095" y="4012247"/>
            <a:ext cx="5080000" cy="87058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177800" lvl="1" indent="-17145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Allow input of document metadata upon scanning / upload and select folder it should be filed to</a:t>
            </a:r>
          </a:p>
          <a:p>
            <a:pPr marL="177800" lvl="1" indent="-17145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Allow further tagging of documents / folders to indicate its category. </a:t>
            </a:r>
          </a:p>
          <a:p>
            <a:pPr marL="177800" lvl="1" indent="-17145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- Multiple tags may be assigned to documents and folders </a:t>
            </a:r>
          </a:p>
          <a:p>
            <a:pPr marL="177800" lvl="1" indent="-17145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- Tags should be freely input by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Document </a:t>
            </a:r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Online Preview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2095" y="662305"/>
            <a:ext cx="5029200" cy="76263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Support PDF file online preview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 page by page</a:t>
            </a: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 or scrolling up/down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Support Printing/Download documents with access right control</a:t>
            </a: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Click document from folder / search result list for showing Preview pane</a:t>
            </a:r>
          </a:p>
          <a:p>
            <a:pPr marL="177800" lvl="1" indent="-171450">
              <a:buFont typeface="Arial" panose="020B0604020202020204" pitchFamily="34" charset="0"/>
              <a:buChar char="•"/>
            </a:pPr>
            <a:endParaRPr lang="en-US" altLang="zh-CN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6350" lvl="1" indent="0">
              <a:buFont typeface="Arial" panose="020B0604020202020204" pitchFamily="34" charset="0"/>
              <a:buNone/>
            </a:pPr>
            <a:endParaRPr lang="en-US" altLang="en-US" sz="1000" dirty="0" err="1">
              <a:solidFill>
                <a:schemeClr val="accent1">
                  <a:lumMod val="75000"/>
                  <a:lumOff val="25000"/>
                </a:schemeClr>
              </a:solidFill>
              <a:ea typeface="Open Sans SemiBold"/>
              <a:cs typeface="Open Sans SemiBold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859" y="52219"/>
            <a:ext cx="2124000" cy="474845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" y="1318895"/>
            <a:ext cx="5782310" cy="3004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9335" y="179461"/>
            <a:ext cx="8324892" cy="413999"/>
          </a:xfrm>
        </p:spPr>
        <p:txBody>
          <a:bodyPr/>
          <a:lstStyle/>
          <a:p>
            <a:r>
              <a:rPr lang="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Basic Search</a:t>
            </a:r>
            <a:endParaRPr lang="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516255"/>
            <a:ext cx="4572000" cy="77851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lnSpc>
                <a:spcPct val="6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Conventional search engine for documents including </a:t>
            </a:r>
          </a:p>
          <a:p>
            <a:pPr marL="448945" lvl="1" indent="0" eaLnBrk="0" hangingPunct="0">
              <a:lnSpc>
                <a:spcPct val="6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- By exact or partial keywords match, date range, category and</a:t>
            </a: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metadata fields </a:t>
            </a:r>
          </a:p>
          <a:p>
            <a:pPr marL="448945" lvl="1" indent="0" eaLnBrk="0" hangingPunct="0">
              <a:lnSpc>
                <a:spcPct val="6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- Combination search (and/or) </a:t>
            </a: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are</a:t>
            </a: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 supported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" y="1320800"/>
            <a:ext cx="6485255" cy="34626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235450" y="427355"/>
            <a:ext cx="4499610" cy="71882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lvl="0" algn="l"/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Search within search results </a:t>
            </a:r>
          </a:p>
          <a:p>
            <a:pPr lvl="0" algn="l"/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- Allow further narrow down of search result by providing </a:t>
            </a: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additional keywords</a:t>
            </a:r>
          </a:p>
          <a:p>
            <a:pPr lvl="0" algn="l"/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- Sorting and filtering of search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AI Assistant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2095" y="771525"/>
            <a:ext cx="4572000" cy="56324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Search document by AI assistant</a:t>
            </a: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Summary document by AI assistant</a:t>
            </a: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 dirty="0" err="1">
                <a:solidFill>
                  <a:schemeClr val="accent1">
                    <a:lumMod val="75000"/>
                    <a:lumOff val="25000"/>
                  </a:schemeClr>
                </a:solidFill>
                <a:ea typeface="Open Sans SemiBold"/>
                <a:cs typeface="Open Sans SemiBold"/>
                <a:sym typeface="+mn-ea"/>
              </a:rPr>
              <a:t>Ask anything for a document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630" y="771672"/>
            <a:ext cx="6030480" cy="41218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AI-powered Search Capability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2095" y="723265"/>
            <a:ext cx="4572000" cy="148653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index values of documen</a:t>
            </a: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</a:t>
            </a: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User can freely add conditons to search</a:t>
            </a: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Each condition are joint with And/Or</a:t>
            </a: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keywords in document</a:t>
            </a: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Exact keyword match</a:t>
            </a: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Patial keyword match</a:t>
            </a: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 Natural Language to search document</a:t>
            </a: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 NLP to translate what you want</a:t>
            </a: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 LLM to understand the content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8039" y="992357"/>
            <a:ext cx="1296000" cy="25961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000" y="3856991"/>
            <a:ext cx="4680000" cy="86874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0925" y="951375"/>
            <a:ext cx="2981171" cy="33906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OCR and Data Extraction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23265"/>
            <a:ext cx="4572000" cy="87058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+mn-ea"/>
              </a:rPr>
              <a:t>English</a:t>
            </a: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+mn-ea"/>
              </a:rPr>
              <a:t>, Traditional/Simplified Chinese full text OCR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Automatically data extraction and metadata filling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Confidence Score calculation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63" y="1593850"/>
            <a:ext cx="3613219" cy="321175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5682" y="2026844"/>
            <a:ext cx="4284598" cy="280765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537" y="960445"/>
            <a:ext cx="1800000" cy="16819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Document Collaboration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4572000" cy="87058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Workflow Approval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Batch processing execution regularly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Retention and Reminder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00" y="1704529"/>
            <a:ext cx="2130210" cy="27157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2000" y="1491750"/>
            <a:ext cx="5652000" cy="126604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2000" y="2916739"/>
            <a:ext cx="5652000" cy="15923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altLang="zh-CN"/>
              <a:t>User, Roles and Groups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1660"/>
            <a:ext cx="5410200" cy="3111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5" y="607060"/>
            <a:ext cx="3511550" cy="37973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-107950" y="723265"/>
            <a:ext cx="4572000" cy="11017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lnSpc>
                <a:spcPct val="5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Fine-grained access control for each folder at every level </a:t>
            </a:r>
          </a:p>
          <a:p>
            <a:pPr marL="448945" lvl="1" indent="0" eaLnBrk="0" hangingPunct="0">
              <a:lnSpc>
                <a:spcPct val="5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- Users assigned to one or more user group </a:t>
            </a:r>
          </a:p>
          <a:p>
            <a:pPr marL="448945" lvl="1" indent="0" eaLnBrk="0" hangingPunct="0">
              <a:lnSpc>
                <a:spcPct val="5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- Group based access control </a:t>
            </a:r>
          </a:p>
          <a:p>
            <a:pPr marL="448945" lvl="1" indent="0" eaLnBrk="0" hangingPunct="0">
              <a:lnSpc>
                <a:spcPct val="5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- Role based (administrator, editor, reader) </a:t>
            </a:r>
          </a:p>
          <a:p>
            <a:pPr marL="448945" lvl="1" indent="0" eaLnBrk="0" hangingPunct="0">
              <a:lnSpc>
                <a:spcPct val="5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- Inherited or specific access rights of folder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altLang="en-US" dirty="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Favorite Folders and Documents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4572000" cy="40894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User can define their own bookmarks to certain folder for quick</a:t>
            </a: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access of frequently used folders / documents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15" y="1264920"/>
            <a:ext cx="5981700" cy="1466850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 flipH="1">
            <a:off x="6012180" y="1457325"/>
            <a:ext cx="908685" cy="7543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H="1">
            <a:off x="3852545" y="1414145"/>
            <a:ext cx="3059430" cy="774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970395" y="1287145"/>
            <a:ext cx="2645410" cy="58229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>
            <a:noAutofit/>
          </a:bodyPr>
          <a:lstStyle/>
          <a:p>
            <a:pPr marL="0" algn="l">
              <a:spcBef>
                <a:spcPts val="0"/>
              </a:spcBef>
            </a:pPr>
            <a:r>
              <a:rPr lang="" altLang="zh-CN" sz="1500" dirty="0" err="1">
                <a:solidFill>
                  <a:schemeClr val="accent3"/>
                </a:solidFill>
                <a:ea typeface="Open Sans SemiBold"/>
                <a:cs typeface="Open Sans SemiBold"/>
                <a:sym typeface="Open Sans SemiBold"/>
              </a:rPr>
              <a:t>Add personnal Favorite Folder/Document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135" y="2864485"/>
            <a:ext cx="2139315" cy="20002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771775" y="2864485"/>
            <a:ext cx="2645410" cy="58229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>
            <a:noAutofit/>
          </a:bodyPr>
          <a:lstStyle/>
          <a:p>
            <a:pPr marL="0" algn="l">
              <a:spcBef>
                <a:spcPts val="0"/>
              </a:spcBef>
            </a:pPr>
            <a:r>
              <a:rPr lang="" altLang="en-US" sz="1500" dirty="0" err="1">
                <a:solidFill>
                  <a:schemeClr val="accent3"/>
                </a:solidFill>
                <a:ea typeface="Open Sans SemiBold"/>
                <a:cs typeface="Open Sans SemiBold"/>
                <a:sym typeface="Open Sans SemiBold"/>
              </a:rPr>
              <a:t>Quick Access of bookmarked folders and documents in each user’s 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altLang="en-US" dirty="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Quick Link of document accessing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4572000" cy="40894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User can generate a link for each document and share to another user for quick access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5" y="1162050"/>
            <a:ext cx="6248400" cy="9398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95" y="2403475"/>
            <a:ext cx="7173595" cy="22872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0" y="2101850"/>
            <a:ext cx="8427085" cy="52578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The document can be easily found by pasting the link into browser under access right control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Workflow Designer</a:t>
            </a:r>
            <a:endParaRPr lang="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4572000" cy="25527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On-demand drag &amp; drop approval workflow designing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10" y="1131570"/>
            <a:ext cx="8293100" cy="3378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Form</a:t>
            </a:r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 Designer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4572000" cy="25527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On-demand drag &amp; drop form designer for each document category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1224280"/>
            <a:ext cx="8183245" cy="28619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System Auditing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4572000" cy="117856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Role-base functionalities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Transaction based audit log (What user do during a period)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Audit Log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Audit log Report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03" y="1851750"/>
            <a:ext cx="4972672" cy="22775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584" y="1851750"/>
            <a:ext cx="2928308" cy="293223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2000" y="1131750"/>
            <a:ext cx="720000" cy="61780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sym typeface="+mn-ea"/>
              </a:rPr>
              <a:t>Role-based User Management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4572000" cy="117856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Role-base functionalities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Transaction based audit log (What user do during a period)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Audit Log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Audit log Report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220" y="1132205"/>
            <a:ext cx="2952750" cy="28917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" y="2406015"/>
            <a:ext cx="5339080" cy="1681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Deployment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8647430" cy="151003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On-premisis deploy</a:t>
            </a: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The solution can deploy to customer provide hardware platform. </a:t>
            </a: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GPU with at least 24GB vRAM is need to run AI-related function </a:t>
            </a: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and features.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491865" y="3462655"/>
            <a:ext cx="8541385" cy="94488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Hybrid Cloud deploy</a:t>
            </a: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The solution can deploy to government cloud or other public cloud in container/K8S. </a:t>
            </a: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AI-powered computing subscription is need to run AI-related function and features.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595" y="646430"/>
            <a:ext cx="4076700" cy="2713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95" y="2211705"/>
            <a:ext cx="3355340" cy="23336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Licensing Scheme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-107950" y="1131570"/>
            <a:ext cx="8681085" cy="202628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Perpetual License</a:t>
            </a: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Under perpetual license, user are not limited to named users or concurrent users. One-off implementation cost and yearly maintenance cost are need to pay.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81280" y="1851660"/>
            <a:ext cx="8654415" cy="142240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Subscription License</a:t>
            </a: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Under subscription license, named users are caculated for a yearly subscription fee. There is no limited to concurrent users during the subscription period.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107950" y="771525"/>
            <a:ext cx="8681085" cy="202628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ASL provide 2 pricing schemes for purchasing the solution: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 txBox="1"/>
          <p:nvPr/>
        </p:nvSpPr>
        <p:spPr>
          <a:xfrm>
            <a:off x="756000" y="1491750"/>
            <a:ext cx="5256000" cy="2874750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accent1"/>
              </a:buClr>
              <a:buFontTx/>
              <a:buNone/>
              <a:tabLst>
                <a:tab pos="6214745" algn="r"/>
              </a:tabLst>
              <a:defRPr sz="1500" b="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635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Tx/>
              <a:buNone/>
              <a:tabLst>
                <a:tab pos="6281420" algn="r"/>
              </a:tabLst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65" indent="-20256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accent1"/>
              </a:buClr>
              <a:buSzPct val="100000"/>
              <a:buFontTx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495" indent="-20256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060" indent="-20256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/>
              <a:t>Q &amp; A</a:t>
            </a:r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Thank you.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cwMWM0YjEyNDI2OTZjZTEwZmRlYzNiN2Y2ZmQ2OWMifQ=="/>
</p:tagLst>
</file>

<file path=ppt/theme/theme1.xml><?xml version="1.0" encoding="utf-8"?>
<a:theme xmlns:a="http://schemas.openxmlformats.org/drawingml/2006/main" name="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. Optional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. Optional - Sector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. Optional - DevSecOps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. Color palette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220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3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4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6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7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8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1302</Words>
  <Application>Microsoft Office PowerPoint</Application>
  <PresentationFormat>On-screen Show (16:9)</PresentationFormat>
  <Paragraphs>192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13</vt:i4>
      </vt:variant>
      <vt:variant>
        <vt:lpstr>Slide Titles</vt:lpstr>
      </vt:variant>
      <vt:variant>
        <vt:i4>22</vt:i4>
      </vt:variant>
    </vt:vector>
  </HeadingPairs>
  <TitlesOfParts>
    <vt:vector size="40" baseType="lpstr">
      <vt:lpstr>Mulish ExtraBold</vt:lpstr>
      <vt:lpstr>Arial</vt:lpstr>
      <vt:lpstr>Calibri</vt:lpstr>
      <vt:lpstr>Open Sans SemiBold</vt:lpstr>
      <vt:lpstr>Wingdings</vt:lpstr>
      <vt:lpstr>1. Basic slides</vt:lpstr>
      <vt:lpstr>2. Optional slides</vt:lpstr>
      <vt:lpstr>3. Optional - Sector slides</vt:lpstr>
      <vt:lpstr>4. Optional - DevSecOps slides</vt:lpstr>
      <vt:lpstr>5. Color palette</vt:lpstr>
      <vt:lpstr>1_1. Basic slides</vt:lpstr>
      <vt:lpstr>2_1. Basic slides</vt:lpstr>
      <vt:lpstr>3_1. Basic slides</vt:lpstr>
      <vt:lpstr>4_1. Basic slides</vt:lpstr>
      <vt:lpstr>5_1. Basic slides</vt:lpstr>
      <vt:lpstr>6_1. Basic slides</vt:lpstr>
      <vt:lpstr>7_1. Basic slides</vt:lpstr>
      <vt:lpstr>8_1. Basic slides</vt:lpstr>
      <vt:lpstr>PowerPoint Presentation</vt:lpstr>
      <vt:lpstr>PowerPoint Presentation</vt:lpstr>
      <vt:lpstr>Major Features</vt:lpstr>
      <vt:lpstr>Folder Level Access Rights</vt:lpstr>
      <vt:lpstr>Document Upload &amp; Scan</vt:lpstr>
      <vt:lpstr>Document Online Preview</vt:lpstr>
      <vt:lpstr>Basic Search</vt:lpstr>
      <vt:lpstr>AI Assistant</vt:lpstr>
      <vt:lpstr>AI-powered Search Capability</vt:lpstr>
      <vt:lpstr>OCR and Data Extraction</vt:lpstr>
      <vt:lpstr>Document Collaboration</vt:lpstr>
      <vt:lpstr>User, Roles and Groups</vt:lpstr>
      <vt:lpstr>Favorite Folders and Documents</vt:lpstr>
      <vt:lpstr>Quick Link of document accessing</vt:lpstr>
      <vt:lpstr>Workflow Designer</vt:lpstr>
      <vt:lpstr>Form Designer</vt:lpstr>
      <vt:lpstr>System Auditing</vt:lpstr>
      <vt:lpstr>Role-based User Management</vt:lpstr>
      <vt:lpstr>Deployment</vt:lpstr>
      <vt:lpstr>Licensing Scheme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ASL</dc:creator>
  <cp:lastModifiedBy>freeman jia</cp:lastModifiedBy>
  <cp:revision>451</cp:revision>
  <dcterms:created xsi:type="dcterms:W3CDTF">2021-12-01T06:52:00Z</dcterms:created>
  <dcterms:modified xsi:type="dcterms:W3CDTF">2026-07-06T03:17:37Z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B9038F1B8E6A4EB3B12F4861720E2009_13</vt:lpwstr>
  </property>
  <property fmtid="{D5CDD505-2E9C-101B-9397-08002B2CF9AE}" pid="3" name="KSOProductBuildVer">
    <vt:lpwstr>2052-12.1.0.18608</vt:lpwstr>
  </property>
</Properties>
</file>